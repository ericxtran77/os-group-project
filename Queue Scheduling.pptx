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1" r:id="rId3"/>
    <p:sldMasterId id="2147483652" r:id="rId4"/>
    <p:sldMasterId id="2147483653" r:id="rId5"/>
  </p:sldMasterIdLst>
  <p:notesMasterIdLst>
    <p:notesMasterId r:id="rId6"/>
  </p:notesMasterIdLst>
  <p:sldIdLst>
    <p:sldId id="256" r:id="rId7"/>
    <p:sldId id="257" r:id="rId8"/>
    <p:sldId id="258" r:id="rId9"/>
    <p:sldId id="259" r:id="rId10"/>
    <p:sldId id="260" r:id="rId11"/>
    <p:sldId id="261" r:id="rId12"/>
    <p:sldId id="262" r:id="rId13"/>
    <p:sldId id="263" r:id="rId14"/>
  </p:sldIdLst>
  <p:sldSz cy="5143500" cx="9144000"/>
  <p:notesSz cx="6858000" cy="9144000"/>
  <p:embeddedFontLst>
    <p:embeddedFont>
      <p:font typeface="Poppins"/>
      <p:regular r:id="rId15"/>
      <p:bold r:id="rId16"/>
      <p:italic r:id="rId17"/>
      <p:boldItalic r:id="rId18"/>
    </p:embeddedFont>
    <p:embeddedFont>
      <p:font typeface="Poppins Medium"/>
      <p:regular r:id="rId19"/>
      <p:bold r:id="rId20"/>
      <p:italic r:id="rId21"/>
      <p:boldItalic r:id="rId22"/>
    </p:embeddedFont>
    <p:embeddedFont>
      <p:font typeface="Noto Sans Symbols"/>
      <p:regular r:id="rId23"/>
      <p:bold r:id="rId24"/>
    </p:embeddedFont>
    <p:embeddedFont>
      <p:font typeface="IBM Plex Mono"/>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PoppinsMedium-bold.fntdata"/><Relationship Id="rId22" Type="http://schemas.openxmlformats.org/officeDocument/2006/relationships/font" Target="fonts/PoppinsMedium-boldItalic.fntdata"/><Relationship Id="rId21" Type="http://schemas.openxmlformats.org/officeDocument/2006/relationships/font" Target="fonts/PoppinsMedium-italic.fntdata"/><Relationship Id="rId24" Type="http://schemas.openxmlformats.org/officeDocument/2006/relationships/font" Target="fonts/NotoSansSymbols-bold.fntdata"/><Relationship Id="rId23" Type="http://schemas.openxmlformats.org/officeDocument/2006/relationships/font" Target="fonts/NotoSansSymbols-regular.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3.xml"/><Relationship Id="rId26" Type="http://schemas.openxmlformats.org/officeDocument/2006/relationships/font" Target="fonts/IBMPlexMono-bold.fntdata"/><Relationship Id="rId25" Type="http://schemas.openxmlformats.org/officeDocument/2006/relationships/font" Target="fonts/IBMPlexMono-regular.fntdata"/><Relationship Id="rId28" Type="http://schemas.openxmlformats.org/officeDocument/2006/relationships/font" Target="fonts/IBMPlexMono-boldItalic.fntdata"/><Relationship Id="rId27" Type="http://schemas.openxmlformats.org/officeDocument/2006/relationships/font" Target="fonts/IBMPlexMono-italic.fntdata"/><Relationship Id="rId5" Type="http://schemas.openxmlformats.org/officeDocument/2006/relationships/slideMaster" Target="slideMasters/slideMaster3.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font" Target="fonts/Poppins-regular.fntdata"/><Relationship Id="rId14" Type="http://schemas.openxmlformats.org/officeDocument/2006/relationships/slide" Target="slides/slide8.xml"/><Relationship Id="rId17" Type="http://schemas.openxmlformats.org/officeDocument/2006/relationships/font" Target="fonts/Poppins-italic.fntdata"/><Relationship Id="rId16" Type="http://schemas.openxmlformats.org/officeDocument/2006/relationships/font" Target="fonts/Poppins-bold.fntdata"/><Relationship Id="rId19" Type="http://schemas.openxmlformats.org/officeDocument/2006/relationships/font" Target="fonts/PoppinsMedium-regular.fntdata"/><Relationship Id="rId18" Type="http://schemas.openxmlformats.org/officeDocument/2006/relationships/font" Target="fonts/Poppins-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e69b5a47c5_3_4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3e69b5a47c5_3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3e69b5a47c5_3_5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3e69b5a47c5_3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spTree>
      <p:nvGrpSpPr>
        <p:cNvPr id="92" name="Shape 92"/>
        <p:cNvGrpSpPr/>
        <p:nvPr/>
      </p:nvGrpSpPr>
      <p:grpSpPr>
        <a:xfrm>
          <a:off x="0" y="0"/>
          <a:ext cx="0" cy="0"/>
          <a:chOff x="0" y="0"/>
          <a:chExt cx="0" cy="0"/>
        </a:xfrm>
      </p:grpSpPr>
      <p:sp>
        <p:nvSpPr>
          <p:cNvPr id="93" name="Google Shape;93;p2"/>
          <p:cNvSpPr txBox="1"/>
          <p:nvPr>
            <p:ph type="title"/>
          </p:nvPr>
        </p:nvSpPr>
        <p:spPr>
          <a:xfrm>
            <a:off x="1157400" y="494640"/>
            <a:ext cx="5126400" cy="1058400"/>
          </a:xfrm>
          <a:prstGeom prst="rect">
            <a:avLst/>
          </a:prstGeom>
          <a:noFill/>
          <a:ln>
            <a:noFill/>
          </a:ln>
        </p:spPr>
        <p:txBody>
          <a:bodyPr anchorCtr="0" anchor="ctr"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2"/>
          <p:cNvSpPr txBox="1"/>
          <p:nvPr>
            <p:ph idx="1" type="subTitle"/>
          </p:nvPr>
        </p:nvSpPr>
        <p:spPr>
          <a:xfrm>
            <a:off x="457200" y="1203480"/>
            <a:ext cx="8229300" cy="2982900"/>
          </a:xfrm>
          <a:prstGeom prst="rect">
            <a:avLst/>
          </a:prstGeom>
          <a:noFill/>
          <a:ln>
            <a:noFill/>
          </a:ln>
        </p:spPr>
        <p:txBody>
          <a:bodyPr anchorCtr="0" anchor="ctr"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BODY" type="tx">
  <p:cSld name="TITLE_AND_BODY">
    <p:spTree>
      <p:nvGrpSpPr>
        <p:cNvPr id="129" name="Shape 129"/>
        <p:cNvGrpSpPr/>
        <p:nvPr/>
      </p:nvGrpSpPr>
      <p:grpSpPr>
        <a:xfrm>
          <a:off x="0" y="0"/>
          <a:ext cx="0" cy="0"/>
          <a:chOff x="0" y="0"/>
          <a:chExt cx="0" cy="0"/>
        </a:xfrm>
      </p:grpSpPr>
      <p:sp>
        <p:nvSpPr>
          <p:cNvPr id="130" name="Google Shape;130;p4"/>
          <p:cNvSpPr txBox="1"/>
          <p:nvPr>
            <p:ph type="title"/>
          </p:nvPr>
        </p:nvSpPr>
        <p:spPr>
          <a:xfrm>
            <a:off x="1157400" y="494640"/>
            <a:ext cx="5126400" cy="1058400"/>
          </a:xfrm>
          <a:prstGeom prst="rect">
            <a:avLst/>
          </a:prstGeom>
          <a:noFill/>
          <a:ln>
            <a:noFill/>
          </a:ln>
        </p:spPr>
        <p:txBody>
          <a:bodyPr anchorCtr="0" anchor="ctr"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1" name="Google Shape;131;p4"/>
          <p:cNvSpPr txBox="1"/>
          <p:nvPr>
            <p:ph idx="1" type="body"/>
          </p:nvPr>
        </p:nvSpPr>
        <p:spPr>
          <a:xfrm>
            <a:off x="457200" y="1203480"/>
            <a:ext cx="8229300" cy="298290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_COLUMN_TEXT_1" type="blank">
  <p:cSld name="BLANK">
    <p:spTree>
      <p:nvGrpSpPr>
        <p:cNvPr id="170" name="Shape 17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2.xml"/><Relationship Id="rId3"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3.xml"/><Relationship Id="rId3"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grpSp>
        <p:nvGrpSpPr>
          <p:cNvPr id="6" name="Google Shape;6;p1"/>
          <p:cNvGrpSpPr/>
          <p:nvPr/>
        </p:nvGrpSpPr>
        <p:grpSpPr>
          <a:xfrm>
            <a:off x="-3254922" y="-2760717"/>
            <a:ext cx="10039667" cy="6731393"/>
            <a:chOff x="-3254922" y="-2760717"/>
            <a:chExt cx="10039667" cy="6731393"/>
          </a:xfrm>
        </p:grpSpPr>
        <p:grpSp>
          <p:nvGrpSpPr>
            <p:cNvPr id="7" name="Google Shape;7;p1"/>
            <p:cNvGrpSpPr/>
            <p:nvPr/>
          </p:nvGrpSpPr>
          <p:grpSpPr>
            <a:xfrm>
              <a:off x="-3254922" y="-2760717"/>
              <a:ext cx="6563845" cy="6731393"/>
              <a:chOff x="-3254922" y="-2760717"/>
              <a:chExt cx="6563845" cy="6731393"/>
            </a:xfrm>
          </p:grpSpPr>
          <p:sp>
            <p:nvSpPr>
              <p:cNvPr id="8" name="Google Shape;8;p1"/>
              <p:cNvSpPr/>
              <p:nvPr/>
            </p:nvSpPr>
            <p:spPr>
              <a:xfrm rot="10221648">
                <a:off x="-1132897" y="-721414"/>
                <a:ext cx="3045217" cy="2636950"/>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rgbClr val="F5F8FF"/>
                  </a:gs>
                  <a:gs pos="22000">
                    <a:srgbClr val="F5F8FF"/>
                  </a:gs>
                  <a:gs pos="45000">
                    <a:srgbClr val="FFFFFF">
                      <a:alpha val="0"/>
                    </a:srgbClr>
                  </a:gs>
                  <a:gs pos="100000">
                    <a:srgbClr val="0C0A9E">
                      <a:alpha val="50196"/>
                    </a:srgbClr>
                  </a:gs>
                </a:gsLst>
                <a:lin ang="2070004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pic>
            <p:nvPicPr>
              <p:cNvPr id="9" name="Google Shape;9;p1"/>
              <p:cNvPicPr preferRelativeResize="0"/>
              <p:nvPr/>
            </p:nvPicPr>
            <p:blipFill rotWithShape="1">
              <a:blip r:embed="rId1">
                <a:alphaModFix/>
              </a:blip>
              <a:srcRect b="17665" l="0" r="0" t="17652"/>
              <a:stretch/>
            </p:blipFill>
            <p:spPr>
              <a:xfrm rot="-7778400">
                <a:off x="-2650680" y="-1438561"/>
                <a:ext cx="5355360" cy="4087081"/>
              </a:xfrm>
              <a:prstGeom prst="rect">
                <a:avLst/>
              </a:prstGeom>
              <a:noFill/>
              <a:ln>
                <a:noFill/>
              </a:ln>
            </p:spPr>
          </p:pic>
        </p:grpSp>
        <p:sp>
          <p:nvSpPr>
            <p:cNvPr id="10" name="Google Shape;10;p1"/>
            <p:cNvSpPr/>
            <p:nvPr/>
          </p:nvSpPr>
          <p:spPr>
            <a:xfrm>
              <a:off x="-441720" y="-339840"/>
              <a:ext cx="1420527" cy="2832839"/>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rgbClr val="0C0A9E"/>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1" name="Google Shape;11;p1"/>
            <p:cNvSpPr/>
            <p:nvPr/>
          </p:nvSpPr>
          <p:spPr>
            <a:xfrm rot="2700000">
              <a:off x="765722" y="-2373501"/>
              <a:ext cx="3152828" cy="511885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EB9109"/>
                </a:gs>
                <a:gs pos="78000">
                  <a:srgbClr val="F5F8FF"/>
                </a:gs>
                <a:gs pos="100000">
                  <a:srgbClr val="F5F8FF"/>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2" name="Google Shape;12;p1"/>
            <p:cNvSpPr/>
            <p:nvPr/>
          </p:nvSpPr>
          <p:spPr>
            <a:xfrm>
              <a:off x="-353880" y="-534240"/>
              <a:ext cx="7138625" cy="819022"/>
            </a:xfrm>
            <a:custGeom>
              <a:rect b="b" l="l" r="r" t="t"/>
              <a:pathLst>
                <a:path extrusionOk="0" h="32774" w="285545">
                  <a:moveTo>
                    <a:pt x="0" y="32774"/>
                  </a:moveTo>
                  <a:lnTo>
                    <a:pt x="188861" y="32774"/>
                  </a:lnTo>
                  <a:lnTo>
                    <a:pt x="221636" y="0"/>
                  </a:lnTo>
                  <a:lnTo>
                    <a:pt x="285545" y="0"/>
                  </a:lnTo>
                </a:path>
              </a:pathLst>
            </a:custGeom>
            <a:noFill/>
            <a:ln cap="flat" cmpd="sng" w="9525">
              <a:solidFill>
                <a:srgbClr val="0C0A9E"/>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3" name="Google Shape;13;p1"/>
            <p:cNvSpPr/>
            <p:nvPr/>
          </p:nvSpPr>
          <p:spPr>
            <a:xfrm rot="5400000">
              <a:off x="958691" y="-1418766"/>
              <a:ext cx="577063" cy="3045234"/>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7058"/>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4" name="Google Shape;14;p1"/>
            <p:cNvSpPr/>
            <p:nvPr/>
          </p:nvSpPr>
          <p:spPr>
            <a:xfrm rot="5400000">
              <a:off x="502227" y="-954346"/>
              <a:ext cx="686867" cy="2730919"/>
            </a:xfrm>
            <a:custGeom>
              <a:rect b="b" l="l" r="r" t="t"/>
              <a:pathLst>
                <a:path extrusionOk="0" h="43180" w="1676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rgbClr val="9900FF">
                    <a:alpha val="47058"/>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15" name="Google Shape;15;p1"/>
            <p:cNvGrpSpPr/>
            <p:nvPr/>
          </p:nvGrpSpPr>
          <p:grpSpPr>
            <a:xfrm>
              <a:off x="4293719" y="218160"/>
              <a:ext cx="133561" cy="133574"/>
              <a:chOff x="4293719" y="218160"/>
              <a:chExt cx="133561" cy="133574"/>
            </a:xfrm>
          </p:grpSpPr>
          <p:sp>
            <p:nvSpPr>
              <p:cNvPr id="16" name="Google Shape;16;p1"/>
              <p:cNvSpPr/>
              <p:nvPr/>
            </p:nvSpPr>
            <p:spPr>
              <a:xfrm flipH="1">
                <a:off x="4293719" y="218160"/>
                <a:ext cx="133561" cy="133574"/>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EB9109"/>
                  </a:gs>
                  <a:gs pos="78000">
                    <a:srgbClr val="F5F8FF"/>
                  </a:gs>
                  <a:gs pos="100000">
                    <a:srgbClr val="F5F8FF"/>
                  </a:gs>
                </a:gsLst>
                <a:lin ang="10800025" scaled="0"/>
              </a:gradFill>
              <a:ln>
                <a:noFill/>
              </a:ln>
            </p:spPr>
            <p:txBody>
              <a:bodyPr anchorCtr="0" anchor="ctr" bIns="66950" lIns="91425" spcFirstLastPara="1" rIns="91425" wrap="square" tIns="669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7" name="Google Shape;17;p1"/>
              <p:cNvSpPr/>
              <p:nvPr/>
            </p:nvSpPr>
            <p:spPr>
              <a:xfrm flipH="1">
                <a:off x="4321427" y="248760"/>
                <a:ext cx="79933" cy="72725"/>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EB9109"/>
                  </a:gs>
                  <a:gs pos="78000">
                    <a:srgbClr val="F5F8FF"/>
                  </a:gs>
                  <a:gs pos="100000">
                    <a:srgbClr val="F5F8FF"/>
                  </a:gs>
                </a:gsLst>
                <a:lin ang="10800025" scaled="0"/>
              </a:gradFill>
              <a:ln>
                <a:noFill/>
              </a:ln>
            </p:spPr>
            <p:txBody>
              <a:bodyPr anchorCtr="0" anchor="ctr" bIns="36350" lIns="91425" spcFirstLastPara="1" rIns="91425" wrap="square" tIns="36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grpSp>
          <p:nvGrpSpPr>
            <p:cNvPr id="18" name="Google Shape;18;p1"/>
            <p:cNvGrpSpPr/>
            <p:nvPr/>
          </p:nvGrpSpPr>
          <p:grpSpPr>
            <a:xfrm>
              <a:off x="1220399" y="521640"/>
              <a:ext cx="133561" cy="133574"/>
              <a:chOff x="1220399" y="521640"/>
              <a:chExt cx="133561" cy="133574"/>
            </a:xfrm>
          </p:grpSpPr>
          <p:sp>
            <p:nvSpPr>
              <p:cNvPr id="19" name="Google Shape;19;p1"/>
              <p:cNvSpPr/>
              <p:nvPr/>
            </p:nvSpPr>
            <p:spPr>
              <a:xfrm flipH="1">
                <a:off x="1220399" y="521640"/>
                <a:ext cx="133561" cy="133574"/>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EB9109"/>
                  </a:gs>
                  <a:gs pos="78000">
                    <a:srgbClr val="F5F8FF"/>
                  </a:gs>
                  <a:gs pos="100000">
                    <a:srgbClr val="F5F8FF"/>
                  </a:gs>
                </a:gsLst>
                <a:lin ang="10800025" scaled="0"/>
              </a:gradFill>
              <a:ln>
                <a:noFill/>
              </a:ln>
            </p:spPr>
            <p:txBody>
              <a:bodyPr anchorCtr="0" anchor="ctr" bIns="66950" lIns="91425" spcFirstLastPara="1" rIns="91425" wrap="square" tIns="669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 name="Google Shape;20;p1"/>
              <p:cNvSpPr/>
              <p:nvPr/>
            </p:nvSpPr>
            <p:spPr>
              <a:xfrm flipH="1">
                <a:off x="1248107" y="551880"/>
                <a:ext cx="79933" cy="72725"/>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EB9109"/>
                  </a:gs>
                  <a:gs pos="78000">
                    <a:srgbClr val="F5F8FF"/>
                  </a:gs>
                  <a:gs pos="100000">
                    <a:srgbClr val="F5F8FF"/>
                  </a:gs>
                </a:gsLst>
                <a:lin ang="10800025" scaled="0"/>
              </a:gradFill>
              <a:ln>
                <a:noFill/>
              </a:ln>
            </p:spPr>
            <p:txBody>
              <a:bodyPr anchorCtr="0" anchor="ctr" bIns="36350" lIns="91425" spcFirstLastPara="1" rIns="91425" wrap="square" tIns="36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grpSp>
          <p:nvGrpSpPr>
            <p:cNvPr id="21" name="Google Shape;21;p1"/>
            <p:cNvGrpSpPr/>
            <p:nvPr/>
          </p:nvGrpSpPr>
          <p:grpSpPr>
            <a:xfrm>
              <a:off x="933839" y="784440"/>
              <a:ext cx="133561" cy="133574"/>
              <a:chOff x="933839" y="784440"/>
              <a:chExt cx="133561" cy="133574"/>
            </a:xfrm>
          </p:grpSpPr>
          <p:sp>
            <p:nvSpPr>
              <p:cNvPr id="22" name="Google Shape;22;p1"/>
              <p:cNvSpPr/>
              <p:nvPr/>
            </p:nvSpPr>
            <p:spPr>
              <a:xfrm flipH="1">
                <a:off x="933839" y="784440"/>
                <a:ext cx="133561" cy="133574"/>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EB9109"/>
                  </a:gs>
                  <a:gs pos="78000">
                    <a:srgbClr val="F5F8FF"/>
                  </a:gs>
                  <a:gs pos="100000">
                    <a:srgbClr val="F5F8FF"/>
                  </a:gs>
                </a:gsLst>
                <a:lin ang="10800025" scaled="0"/>
              </a:gradFill>
              <a:ln>
                <a:noFill/>
              </a:ln>
            </p:spPr>
            <p:txBody>
              <a:bodyPr anchorCtr="0" anchor="ctr" bIns="66950" lIns="91425" spcFirstLastPara="1" rIns="91425" wrap="square" tIns="669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3" name="Google Shape;23;p1"/>
              <p:cNvSpPr/>
              <p:nvPr/>
            </p:nvSpPr>
            <p:spPr>
              <a:xfrm flipH="1">
                <a:off x="961187" y="815040"/>
                <a:ext cx="79933" cy="72725"/>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EB9109"/>
                  </a:gs>
                  <a:gs pos="78000">
                    <a:srgbClr val="F5F8FF"/>
                  </a:gs>
                  <a:gs pos="100000">
                    <a:srgbClr val="F5F8FF"/>
                  </a:gs>
                </a:gsLst>
                <a:lin ang="10800025" scaled="0"/>
              </a:gradFill>
              <a:ln>
                <a:noFill/>
              </a:ln>
            </p:spPr>
            <p:txBody>
              <a:bodyPr anchorCtr="0" anchor="ctr" bIns="36350" lIns="91425" spcFirstLastPara="1" rIns="91425" wrap="square" tIns="36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grpSp>
          <p:nvGrpSpPr>
            <p:cNvPr id="24" name="Google Shape;24;p1"/>
            <p:cNvGrpSpPr/>
            <p:nvPr/>
          </p:nvGrpSpPr>
          <p:grpSpPr>
            <a:xfrm>
              <a:off x="124559" y="784440"/>
              <a:ext cx="133561" cy="133574"/>
              <a:chOff x="124559" y="784440"/>
              <a:chExt cx="133561" cy="133574"/>
            </a:xfrm>
          </p:grpSpPr>
          <p:sp>
            <p:nvSpPr>
              <p:cNvPr id="25" name="Google Shape;25;p1"/>
              <p:cNvSpPr/>
              <p:nvPr/>
            </p:nvSpPr>
            <p:spPr>
              <a:xfrm flipH="1">
                <a:off x="124559" y="784440"/>
                <a:ext cx="133561" cy="133574"/>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EB9109"/>
                  </a:gs>
                  <a:gs pos="78000">
                    <a:srgbClr val="F5F8FF"/>
                  </a:gs>
                  <a:gs pos="100000">
                    <a:srgbClr val="F5F8FF"/>
                  </a:gs>
                </a:gsLst>
                <a:lin ang="10800025" scaled="0"/>
              </a:gradFill>
              <a:ln>
                <a:noFill/>
              </a:ln>
            </p:spPr>
            <p:txBody>
              <a:bodyPr anchorCtr="0" anchor="ctr" bIns="66950" lIns="91425" spcFirstLastPara="1" rIns="91425" wrap="square" tIns="669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6" name="Google Shape;26;p1"/>
              <p:cNvSpPr/>
              <p:nvPr/>
            </p:nvSpPr>
            <p:spPr>
              <a:xfrm flipH="1">
                <a:off x="152267" y="815040"/>
                <a:ext cx="79933" cy="72725"/>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EB9109"/>
                  </a:gs>
                  <a:gs pos="78000">
                    <a:srgbClr val="F5F8FF"/>
                  </a:gs>
                  <a:gs pos="100000">
                    <a:srgbClr val="F5F8FF"/>
                  </a:gs>
                </a:gsLst>
                <a:lin ang="10800025" scaled="0"/>
              </a:gradFill>
              <a:ln>
                <a:noFill/>
              </a:ln>
            </p:spPr>
            <p:txBody>
              <a:bodyPr anchorCtr="0" anchor="ctr" bIns="36350" lIns="91425" spcFirstLastPara="1" rIns="91425" wrap="square" tIns="36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grpSp>
          <p:nvGrpSpPr>
            <p:cNvPr id="27" name="Google Shape;27;p1"/>
            <p:cNvGrpSpPr/>
            <p:nvPr/>
          </p:nvGrpSpPr>
          <p:grpSpPr>
            <a:xfrm>
              <a:off x="124559" y="467640"/>
              <a:ext cx="133561" cy="133574"/>
              <a:chOff x="124559" y="467640"/>
              <a:chExt cx="133561" cy="133574"/>
            </a:xfrm>
          </p:grpSpPr>
          <p:sp>
            <p:nvSpPr>
              <p:cNvPr id="28" name="Google Shape;28;p1"/>
              <p:cNvSpPr/>
              <p:nvPr/>
            </p:nvSpPr>
            <p:spPr>
              <a:xfrm flipH="1">
                <a:off x="124559" y="467640"/>
                <a:ext cx="133561" cy="133574"/>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EB9109"/>
                  </a:gs>
                  <a:gs pos="78000">
                    <a:srgbClr val="F5F8FF"/>
                  </a:gs>
                  <a:gs pos="100000">
                    <a:srgbClr val="F5F8FF"/>
                  </a:gs>
                </a:gsLst>
                <a:lin ang="10800025" scaled="0"/>
              </a:gradFill>
              <a:ln>
                <a:noFill/>
              </a:ln>
            </p:spPr>
            <p:txBody>
              <a:bodyPr anchorCtr="0" anchor="ctr" bIns="66950" lIns="91425" spcFirstLastPara="1" rIns="91425" wrap="square" tIns="669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9" name="Google Shape;29;p1"/>
              <p:cNvSpPr/>
              <p:nvPr/>
            </p:nvSpPr>
            <p:spPr>
              <a:xfrm flipH="1">
                <a:off x="152267" y="498240"/>
                <a:ext cx="79933" cy="72725"/>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EB9109"/>
                  </a:gs>
                  <a:gs pos="78000">
                    <a:srgbClr val="F5F8FF"/>
                  </a:gs>
                  <a:gs pos="100000">
                    <a:srgbClr val="F5F8FF"/>
                  </a:gs>
                </a:gsLst>
                <a:lin ang="10800025" scaled="0"/>
              </a:gradFill>
              <a:ln>
                <a:noFill/>
              </a:ln>
            </p:spPr>
            <p:txBody>
              <a:bodyPr anchorCtr="0" anchor="ctr" bIns="36350" lIns="91425" spcFirstLastPara="1" rIns="91425" wrap="square" tIns="36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grpSp>
      <p:grpSp>
        <p:nvGrpSpPr>
          <p:cNvPr id="30" name="Google Shape;30;p1"/>
          <p:cNvGrpSpPr/>
          <p:nvPr/>
        </p:nvGrpSpPr>
        <p:grpSpPr>
          <a:xfrm>
            <a:off x="6385680" y="3039840"/>
            <a:ext cx="3920040" cy="3213360"/>
            <a:chOff x="6385680" y="3039840"/>
            <a:chExt cx="3920040" cy="3213360"/>
          </a:xfrm>
        </p:grpSpPr>
        <p:pic>
          <p:nvPicPr>
            <p:cNvPr id="31" name="Google Shape;31;p1"/>
            <p:cNvPicPr preferRelativeResize="0"/>
            <p:nvPr/>
          </p:nvPicPr>
          <p:blipFill rotWithShape="1">
            <a:blip r:embed="rId2">
              <a:alphaModFix/>
            </a:blip>
            <a:srcRect b="26173" l="16960" r="7121" t="24714"/>
            <a:stretch/>
          </p:blipFill>
          <p:spPr>
            <a:xfrm>
              <a:off x="6385680" y="3261240"/>
              <a:ext cx="3920040" cy="2991960"/>
            </a:xfrm>
            <a:prstGeom prst="rect">
              <a:avLst/>
            </a:prstGeom>
            <a:noFill/>
            <a:ln>
              <a:noFill/>
            </a:ln>
          </p:spPr>
        </p:pic>
        <p:sp>
          <p:nvSpPr>
            <p:cNvPr id="32" name="Google Shape;32;p1"/>
            <p:cNvSpPr/>
            <p:nvPr/>
          </p:nvSpPr>
          <p:spPr>
            <a:xfrm rot="10800000">
              <a:off x="7612203" y="3138070"/>
              <a:ext cx="981357" cy="2307650"/>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EB9109"/>
                </a:gs>
                <a:gs pos="40000">
                  <a:srgbClr val="FF9900">
                    <a:alpha val="41176"/>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3" name="Google Shape;33;p1"/>
            <p:cNvSpPr/>
            <p:nvPr/>
          </p:nvSpPr>
          <p:spPr>
            <a:xfrm rot="10800000">
              <a:off x="7771323" y="3138790"/>
              <a:ext cx="981357" cy="2307650"/>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EB9109"/>
                </a:gs>
                <a:gs pos="40000">
                  <a:srgbClr val="FF9900">
                    <a:alpha val="41176"/>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34" name="Google Shape;34;p1"/>
            <p:cNvGrpSpPr/>
            <p:nvPr/>
          </p:nvGrpSpPr>
          <p:grpSpPr>
            <a:xfrm>
              <a:off x="7356600" y="3916440"/>
              <a:ext cx="581756" cy="582116"/>
              <a:chOff x="7356600" y="3916440"/>
              <a:chExt cx="581756" cy="582116"/>
            </a:xfrm>
          </p:grpSpPr>
          <p:sp>
            <p:nvSpPr>
              <p:cNvPr id="35" name="Google Shape;35;p1"/>
              <p:cNvSpPr/>
              <p:nvPr/>
            </p:nvSpPr>
            <p:spPr>
              <a:xfrm>
                <a:off x="7356600" y="4375440"/>
                <a:ext cx="123117" cy="123116"/>
              </a:xfrm>
              <a:custGeom>
                <a:rect b="b" l="l" r="r" t="t"/>
                <a:pathLst>
                  <a:path extrusionOk="0" h="4937" w="4938">
                    <a:moveTo>
                      <a:pt x="1403" y="0"/>
                    </a:moveTo>
                    <a:lnTo>
                      <a:pt x="1" y="1402"/>
                    </a:lnTo>
                    <a:lnTo>
                      <a:pt x="3536" y="4937"/>
                    </a:lnTo>
                    <a:lnTo>
                      <a:pt x="4937" y="3535"/>
                    </a:lnTo>
                    <a:lnTo>
                      <a:pt x="1403" y="0"/>
                    </a:lnTo>
                    <a:close/>
                  </a:path>
                </a:pathLst>
              </a:custGeom>
              <a:gradFill>
                <a:gsLst>
                  <a:gs pos="0">
                    <a:srgbClr val="0C0A9E">
                      <a:alpha val="36862"/>
                    </a:srgbClr>
                  </a:gs>
                  <a:gs pos="100000">
                    <a:srgbClr val="FFFFFF">
                      <a:alpha val="36862"/>
                    </a:srgbClr>
                  </a:gs>
                </a:gsLst>
                <a:lin ang="13500032" scaled="0"/>
              </a:gradFill>
              <a:ln>
                <a:noFill/>
              </a:ln>
            </p:spPr>
            <p:txBody>
              <a:bodyPr anchorCtr="0" anchor="ctr" bIns="61550" lIns="91425" spcFirstLastPara="1" rIns="91425" wrap="square" tIns="615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6" name="Google Shape;36;p1"/>
              <p:cNvSpPr/>
              <p:nvPr/>
            </p:nvSpPr>
            <p:spPr>
              <a:xfrm>
                <a:off x="7432920" y="4298760"/>
                <a:ext cx="123116" cy="123478"/>
              </a:xfrm>
              <a:custGeom>
                <a:rect b="b" l="l" r="r" t="t"/>
                <a:pathLst>
                  <a:path extrusionOk="0" h="4953" w="4937">
                    <a:moveTo>
                      <a:pt x="1402" y="1"/>
                    </a:moveTo>
                    <a:lnTo>
                      <a:pt x="0" y="1403"/>
                    </a:lnTo>
                    <a:lnTo>
                      <a:pt x="3535" y="4952"/>
                    </a:lnTo>
                    <a:lnTo>
                      <a:pt x="4937" y="3551"/>
                    </a:lnTo>
                    <a:lnTo>
                      <a:pt x="1402" y="1"/>
                    </a:lnTo>
                    <a:close/>
                  </a:path>
                </a:pathLst>
              </a:custGeom>
              <a:gradFill>
                <a:gsLst>
                  <a:gs pos="0">
                    <a:srgbClr val="0C0A9E">
                      <a:alpha val="36862"/>
                    </a:srgbClr>
                  </a:gs>
                  <a:gs pos="100000">
                    <a:srgbClr val="FFFFFF">
                      <a:alpha val="36862"/>
                    </a:srgbClr>
                  </a:gs>
                </a:gsLst>
                <a:lin ang="13500032" scaled="0"/>
              </a:gradFill>
              <a:ln>
                <a:noFill/>
              </a:ln>
            </p:spPr>
            <p:txBody>
              <a:bodyPr anchorCtr="0" anchor="ctr" bIns="61900" lIns="91425" spcFirstLastPara="1" rIns="91425" wrap="square" tIns="619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7" name="Google Shape;37;p1"/>
              <p:cNvSpPr/>
              <p:nvPr/>
            </p:nvSpPr>
            <p:spPr>
              <a:xfrm>
                <a:off x="7509240" y="4222440"/>
                <a:ext cx="123478" cy="123117"/>
              </a:xfrm>
              <a:custGeom>
                <a:rect b="b" l="l" r="r" t="t"/>
                <a:pathLst>
                  <a:path extrusionOk="0" h="4938" w="4953">
                    <a:moveTo>
                      <a:pt x="1402" y="1"/>
                    </a:moveTo>
                    <a:lnTo>
                      <a:pt x="1" y="1402"/>
                    </a:lnTo>
                    <a:lnTo>
                      <a:pt x="3551" y="4937"/>
                    </a:lnTo>
                    <a:lnTo>
                      <a:pt x="4952" y="3535"/>
                    </a:lnTo>
                    <a:lnTo>
                      <a:pt x="1402" y="1"/>
                    </a:lnTo>
                    <a:close/>
                  </a:path>
                </a:pathLst>
              </a:custGeom>
              <a:gradFill>
                <a:gsLst>
                  <a:gs pos="0">
                    <a:srgbClr val="0C0A9E">
                      <a:alpha val="36862"/>
                    </a:srgbClr>
                  </a:gs>
                  <a:gs pos="100000">
                    <a:srgbClr val="FFFFFF">
                      <a:alpha val="36862"/>
                    </a:srgbClr>
                  </a:gs>
                </a:gsLst>
                <a:lin ang="13500032" scaled="0"/>
              </a:gradFill>
              <a:ln>
                <a:noFill/>
              </a:ln>
            </p:spPr>
            <p:txBody>
              <a:bodyPr anchorCtr="0" anchor="ctr" bIns="61550" lIns="91425" spcFirstLastPara="1" rIns="91425" wrap="square" tIns="615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8" name="Google Shape;38;p1"/>
              <p:cNvSpPr/>
              <p:nvPr/>
            </p:nvSpPr>
            <p:spPr>
              <a:xfrm>
                <a:off x="7585560" y="4146120"/>
                <a:ext cx="123478" cy="123116"/>
              </a:xfrm>
              <a:custGeom>
                <a:rect b="b" l="l" r="r" t="t"/>
                <a:pathLst>
                  <a:path extrusionOk="0" h="4937" w="4953">
                    <a:moveTo>
                      <a:pt x="1402" y="0"/>
                    </a:moveTo>
                    <a:lnTo>
                      <a:pt x="1" y="1402"/>
                    </a:lnTo>
                    <a:lnTo>
                      <a:pt x="3551" y="4937"/>
                    </a:lnTo>
                    <a:lnTo>
                      <a:pt x="4952" y="3550"/>
                    </a:lnTo>
                    <a:lnTo>
                      <a:pt x="1402" y="0"/>
                    </a:lnTo>
                    <a:close/>
                  </a:path>
                </a:pathLst>
              </a:custGeom>
              <a:gradFill>
                <a:gsLst>
                  <a:gs pos="0">
                    <a:srgbClr val="0C0A9E">
                      <a:alpha val="36862"/>
                    </a:srgbClr>
                  </a:gs>
                  <a:gs pos="100000">
                    <a:srgbClr val="FFFFFF">
                      <a:alpha val="36862"/>
                    </a:srgbClr>
                  </a:gs>
                </a:gsLst>
                <a:lin ang="13500032" scaled="0"/>
              </a:gradFill>
              <a:ln>
                <a:noFill/>
              </a:ln>
            </p:spPr>
            <p:txBody>
              <a:bodyPr anchorCtr="0" anchor="ctr" bIns="61550" lIns="91425" spcFirstLastPara="1" rIns="91425" wrap="square" tIns="615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9" name="Google Shape;39;p1"/>
              <p:cNvSpPr/>
              <p:nvPr/>
            </p:nvSpPr>
            <p:spPr>
              <a:xfrm>
                <a:off x="7662600" y="4069800"/>
                <a:ext cx="123116" cy="123116"/>
              </a:xfrm>
              <a:custGeom>
                <a:rect b="b" l="l" r="r" t="t"/>
                <a:pathLst>
                  <a:path extrusionOk="0" h="4937" w="4937">
                    <a:moveTo>
                      <a:pt x="1402" y="0"/>
                    </a:moveTo>
                    <a:lnTo>
                      <a:pt x="0" y="1386"/>
                    </a:lnTo>
                    <a:lnTo>
                      <a:pt x="3535" y="4936"/>
                    </a:lnTo>
                    <a:lnTo>
                      <a:pt x="4937" y="3535"/>
                    </a:lnTo>
                    <a:lnTo>
                      <a:pt x="1402" y="0"/>
                    </a:lnTo>
                    <a:close/>
                  </a:path>
                </a:pathLst>
              </a:custGeom>
              <a:gradFill>
                <a:gsLst>
                  <a:gs pos="0">
                    <a:srgbClr val="0C0A9E">
                      <a:alpha val="36862"/>
                    </a:srgbClr>
                  </a:gs>
                  <a:gs pos="100000">
                    <a:srgbClr val="FFFFFF">
                      <a:alpha val="36862"/>
                    </a:srgbClr>
                  </a:gs>
                </a:gsLst>
                <a:lin ang="13500032" scaled="0"/>
              </a:gradFill>
              <a:ln>
                <a:noFill/>
              </a:ln>
            </p:spPr>
            <p:txBody>
              <a:bodyPr anchorCtr="0" anchor="ctr" bIns="61550" lIns="91425" spcFirstLastPara="1" rIns="91425" wrap="square" tIns="615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0" name="Google Shape;40;p1"/>
              <p:cNvSpPr/>
              <p:nvPr/>
            </p:nvSpPr>
            <p:spPr>
              <a:xfrm>
                <a:off x="7738560" y="3993120"/>
                <a:ext cx="123117" cy="123117"/>
              </a:xfrm>
              <a:custGeom>
                <a:rect b="b" l="l" r="r" t="t"/>
                <a:pathLst>
                  <a:path extrusionOk="0" h="4938" w="4938">
                    <a:moveTo>
                      <a:pt x="1402" y="1"/>
                    </a:moveTo>
                    <a:lnTo>
                      <a:pt x="1" y="1402"/>
                    </a:lnTo>
                    <a:lnTo>
                      <a:pt x="3535" y="4937"/>
                    </a:lnTo>
                    <a:lnTo>
                      <a:pt x="4937" y="3535"/>
                    </a:lnTo>
                    <a:lnTo>
                      <a:pt x="1402" y="1"/>
                    </a:lnTo>
                    <a:close/>
                  </a:path>
                </a:pathLst>
              </a:custGeom>
              <a:gradFill>
                <a:gsLst>
                  <a:gs pos="0">
                    <a:srgbClr val="0C0A9E">
                      <a:alpha val="36862"/>
                    </a:srgbClr>
                  </a:gs>
                  <a:gs pos="100000">
                    <a:srgbClr val="FFFFFF">
                      <a:alpha val="36862"/>
                    </a:srgbClr>
                  </a:gs>
                </a:gsLst>
                <a:lin ang="13500032" scaled="0"/>
              </a:gradFill>
              <a:ln>
                <a:noFill/>
              </a:ln>
            </p:spPr>
            <p:txBody>
              <a:bodyPr anchorCtr="0" anchor="ctr" bIns="61550" lIns="91425" spcFirstLastPara="1" rIns="91425" wrap="square" tIns="615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1" name="Google Shape;41;p1"/>
              <p:cNvSpPr/>
              <p:nvPr/>
            </p:nvSpPr>
            <p:spPr>
              <a:xfrm>
                <a:off x="7815240" y="3916440"/>
                <a:ext cx="123116" cy="123478"/>
              </a:xfrm>
              <a:custGeom>
                <a:rect b="b" l="l" r="r" t="t"/>
                <a:pathLst>
                  <a:path extrusionOk="0" h="4953" w="4937">
                    <a:moveTo>
                      <a:pt x="1387" y="1"/>
                    </a:moveTo>
                    <a:lnTo>
                      <a:pt x="0" y="1403"/>
                    </a:lnTo>
                    <a:lnTo>
                      <a:pt x="3535" y="4953"/>
                    </a:lnTo>
                    <a:lnTo>
                      <a:pt x="4936" y="3551"/>
                    </a:lnTo>
                    <a:lnTo>
                      <a:pt x="1387" y="1"/>
                    </a:lnTo>
                    <a:close/>
                  </a:path>
                </a:pathLst>
              </a:custGeom>
              <a:gradFill>
                <a:gsLst>
                  <a:gs pos="0">
                    <a:srgbClr val="0C0A9E">
                      <a:alpha val="36862"/>
                    </a:srgbClr>
                  </a:gs>
                  <a:gs pos="100000">
                    <a:srgbClr val="FFFFFF">
                      <a:alpha val="36862"/>
                    </a:srgbClr>
                  </a:gs>
                </a:gsLst>
                <a:lin ang="13500032" scaled="0"/>
              </a:gradFill>
              <a:ln>
                <a:noFill/>
              </a:ln>
            </p:spPr>
            <p:txBody>
              <a:bodyPr anchorCtr="0" anchor="ctr" bIns="61900" lIns="91425" spcFirstLastPara="1" rIns="91425" wrap="square" tIns="619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42" name="Google Shape;42;p1"/>
            <p:cNvSpPr/>
            <p:nvPr/>
          </p:nvSpPr>
          <p:spPr>
            <a:xfrm>
              <a:off x="8506800" y="3039840"/>
              <a:ext cx="480622" cy="475560"/>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EB9109">
                    <a:alpha val="47058"/>
                  </a:srgbClr>
                </a:gs>
                <a:gs pos="78000">
                  <a:srgbClr val="F5F8FF">
                    <a:alpha val="47058"/>
                  </a:srgbClr>
                </a:gs>
                <a:gs pos="100000">
                  <a:srgbClr val="F5F8FF">
                    <a:alpha val="47058"/>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43" name="Google Shape;43;p1"/>
            <p:cNvGrpSpPr/>
            <p:nvPr/>
          </p:nvGrpSpPr>
          <p:grpSpPr>
            <a:xfrm>
              <a:off x="8413920" y="3689280"/>
              <a:ext cx="699838" cy="1650573"/>
              <a:chOff x="8413920" y="3689280"/>
              <a:chExt cx="699838" cy="1650573"/>
            </a:xfrm>
          </p:grpSpPr>
          <p:sp>
            <p:nvSpPr>
              <p:cNvPr id="44" name="Google Shape;44;p1"/>
              <p:cNvSpPr/>
              <p:nvPr/>
            </p:nvSpPr>
            <p:spPr>
              <a:xfrm>
                <a:off x="8413920" y="3689280"/>
                <a:ext cx="482762" cy="1013398"/>
              </a:xfrm>
              <a:custGeom>
                <a:rect b="b" l="l" r="r" t="t"/>
                <a:pathLst>
                  <a:path extrusionOk="0" h="24714" w="11779">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0C0A9E">
                      <a:alpha val="36862"/>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5" name="Google Shape;45;p1"/>
              <p:cNvSpPr/>
              <p:nvPr/>
            </p:nvSpPr>
            <p:spPr>
              <a:xfrm>
                <a:off x="8774640" y="4113360"/>
                <a:ext cx="246598" cy="1226493"/>
              </a:xfrm>
              <a:custGeom>
                <a:rect b="b" l="l" r="r" t="t"/>
                <a:pathLst>
                  <a:path extrusionOk="0" h="29909" w="6019">
                    <a:moveTo>
                      <a:pt x="1" y="1"/>
                    </a:moveTo>
                    <a:lnTo>
                      <a:pt x="1" y="306"/>
                    </a:lnTo>
                    <a:lnTo>
                      <a:pt x="5699" y="306"/>
                    </a:lnTo>
                    <a:lnTo>
                      <a:pt x="5699" y="29909"/>
                    </a:lnTo>
                    <a:lnTo>
                      <a:pt x="6019" y="29909"/>
                    </a:lnTo>
                    <a:lnTo>
                      <a:pt x="6019" y="1"/>
                    </a:lnTo>
                    <a:close/>
                  </a:path>
                </a:pathLst>
              </a:custGeom>
              <a:gradFill>
                <a:gsLst>
                  <a:gs pos="0">
                    <a:srgbClr val="0C0A9E">
                      <a:alpha val="36862"/>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6" name="Google Shape;46;p1"/>
              <p:cNvSpPr/>
              <p:nvPr/>
            </p:nvSpPr>
            <p:spPr>
              <a:xfrm>
                <a:off x="8867160" y="4020480"/>
                <a:ext cx="246598" cy="1226493"/>
              </a:xfrm>
              <a:custGeom>
                <a:rect b="b" l="l" r="r" t="t"/>
                <a:pathLst>
                  <a:path extrusionOk="0" h="29909" w="6019">
                    <a:moveTo>
                      <a:pt x="1" y="1"/>
                    </a:moveTo>
                    <a:lnTo>
                      <a:pt x="1" y="305"/>
                    </a:lnTo>
                    <a:lnTo>
                      <a:pt x="5714" y="305"/>
                    </a:lnTo>
                    <a:lnTo>
                      <a:pt x="5714" y="29909"/>
                    </a:lnTo>
                    <a:lnTo>
                      <a:pt x="6019" y="29909"/>
                    </a:lnTo>
                    <a:lnTo>
                      <a:pt x="6019" y="1"/>
                    </a:lnTo>
                    <a:close/>
                  </a:path>
                </a:pathLst>
              </a:custGeom>
              <a:gradFill>
                <a:gsLst>
                  <a:gs pos="0">
                    <a:srgbClr val="0C0A9E">
                      <a:alpha val="36862"/>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grpSp>
          <p:nvGrpSpPr>
            <p:cNvPr id="47" name="Google Shape;47;p1"/>
            <p:cNvGrpSpPr/>
            <p:nvPr/>
          </p:nvGrpSpPr>
          <p:grpSpPr>
            <a:xfrm>
              <a:off x="8021520" y="4498560"/>
              <a:ext cx="904339" cy="725756"/>
              <a:chOff x="8021520" y="4498560"/>
              <a:chExt cx="904339" cy="725756"/>
            </a:xfrm>
          </p:grpSpPr>
          <p:sp>
            <p:nvSpPr>
              <p:cNvPr id="48" name="Google Shape;48;p1"/>
              <p:cNvSpPr/>
              <p:nvPr/>
            </p:nvSpPr>
            <p:spPr>
              <a:xfrm>
                <a:off x="8253000" y="4641840"/>
                <a:ext cx="672859" cy="582476"/>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rgbClr val="F5F8FF"/>
                  </a:gs>
                  <a:gs pos="22000">
                    <a:srgbClr val="F5F8FF"/>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9" name="Google Shape;49;p1"/>
              <p:cNvSpPr/>
              <p:nvPr/>
            </p:nvSpPr>
            <p:spPr>
              <a:xfrm>
                <a:off x="8240400" y="4498560"/>
                <a:ext cx="480540" cy="416150"/>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rgbClr val="F5F8FF"/>
                  </a:gs>
                  <a:gs pos="22000">
                    <a:srgbClr val="F5F8FF"/>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0" name="Google Shape;50;p1"/>
              <p:cNvSpPr/>
              <p:nvPr/>
            </p:nvSpPr>
            <p:spPr>
              <a:xfrm>
                <a:off x="8021520" y="4641840"/>
                <a:ext cx="480540" cy="416150"/>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rgbClr val="F5F8FF"/>
                  </a:gs>
                  <a:gs pos="22000">
                    <a:srgbClr val="F5F8FF"/>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grpSp>
      <p:sp>
        <p:nvSpPr>
          <p:cNvPr id="51" name="Google Shape;51;p1"/>
          <p:cNvSpPr txBox="1"/>
          <p:nvPr>
            <p:ph type="title"/>
          </p:nvPr>
        </p:nvSpPr>
        <p:spPr>
          <a:xfrm>
            <a:off x="1096920" y="816480"/>
            <a:ext cx="6974400" cy="2326200"/>
          </a:xfrm>
          <a:prstGeom prst="rect">
            <a:avLst/>
          </a:prstGeom>
          <a:noFill/>
          <a:ln>
            <a:noFill/>
          </a:ln>
        </p:spPr>
        <p:txBody>
          <a:bodyPr anchorCtr="0" anchor="b" bIns="91425" lIns="91425" spcFirstLastPara="1" rIns="91425" wrap="square" tIns="91425">
            <a:noAutofit/>
          </a:bodyPr>
          <a:lstStyle>
            <a:lvl1pPr lvl="0" marR="0" algn="l">
              <a:spcBef>
                <a:spcPts val="0"/>
              </a:spcBef>
              <a:spcAft>
                <a:spcPts val="0"/>
              </a:spcAft>
              <a:buSzPts val="1400"/>
              <a:buNone/>
              <a:defRPr b="0" i="0" sz="1800" u="none" cap="none" strike="noStrike"/>
            </a:lvl1pPr>
            <a:lvl2pPr lvl="1" marR="0" algn="l">
              <a:spcBef>
                <a:spcPts val="0"/>
              </a:spcBef>
              <a:spcAft>
                <a:spcPts val="0"/>
              </a:spcAft>
              <a:buSzPts val="1400"/>
              <a:buNone/>
              <a:defRPr b="0" i="0" sz="1800" u="none" cap="none" strike="noStrike"/>
            </a:lvl2pPr>
            <a:lvl3pPr lvl="2" marR="0" algn="l">
              <a:spcBef>
                <a:spcPts val="0"/>
              </a:spcBef>
              <a:spcAft>
                <a:spcPts val="0"/>
              </a:spcAft>
              <a:buSzPts val="1400"/>
              <a:buNone/>
              <a:defRPr b="0" i="0" sz="1800" u="none" cap="none" strike="noStrike"/>
            </a:lvl3pPr>
            <a:lvl4pPr lvl="3" marR="0" algn="l">
              <a:spcBef>
                <a:spcPts val="0"/>
              </a:spcBef>
              <a:spcAft>
                <a:spcPts val="0"/>
              </a:spcAft>
              <a:buSzPts val="1400"/>
              <a:buNone/>
              <a:defRPr b="0" i="0" sz="1800" u="none" cap="none" strike="noStrike"/>
            </a:lvl4pPr>
            <a:lvl5pPr lvl="4" marR="0" algn="l">
              <a:spcBef>
                <a:spcPts val="0"/>
              </a:spcBef>
              <a:spcAft>
                <a:spcPts val="0"/>
              </a:spcAft>
              <a:buSzPts val="1400"/>
              <a:buNone/>
              <a:defRPr b="0" i="0" sz="1800" u="none" cap="none" strike="noStrike"/>
            </a:lvl5pPr>
            <a:lvl6pPr lvl="5" marR="0" algn="l">
              <a:spcBef>
                <a:spcPts val="0"/>
              </a:spcBef>
              <a:spcAft>
                <a:spcPts val="0"/>
              </a:spcAft>
              <a:buSzPts val="1400"/>
              <a:buNone/>
              <a:defRPr b="0" i="0" sz="1800" u="none" cap="none" strike="noStrike"/>
            </a:lvl6pPr>
            <a:lvl7pPr lvl="6" marR="0" algn="l">
              <a:spcBef>
                <a:spcPts val="0"/>
              </a:spcBef>
              <a:spcAft>
                <a:spcPts val="0"/>
              </a:spcAft>
              <a:buSzPts val="1400"/>
              <a:buNone/>
              <a:defRPr b="0" i="0" sz="1800" u="none" cap="none" strike="noStrike"/>
            </a:lvl7pPr>
            <a:lvl8pPr lvl="7" marR="0" algn="l">
              <a:spcBef>
                <a:spcPts val="0"/>
              </a:spcBef>
              <a:spcAft>
                <a:spcPts val="0"/>
              </a:spcAft>
              <a:buSzPts val="1400"/>
              <a:buNone/>
              <a:defRPr b="0" i="0" sz="1800" u="none" cap="none" strike="noStrike"/>
            </a:lvl8pPr>
            <a:lvl9pPr lvl="8" marR="0" algn="l">
              <a:spcBef>
                <a:spcPts val="0"/>
              </a:spcBef>
              <a:spcAft>
                <a:spcPts val="0"/>
              </a:spcAft>
              <a:buSzPts val="1400"/>
              <a:buNone/>
              <a:defRPr b="0" i="0" sz="1800" u="none" cap="none" strike="noStrike"/>
            </a:lvl9pPr>
          </a:lstStyle>
          <a:p/>
        </p:txBody>
      </p:sp>
      <p:grpSp>
        <p:nvGrpSpPr>
          <p:cNvPr id="52" name="Google Shape;52;p1"/>
          <p:cNvGrpSpPr/>
          <p:nvPr/>
        </p:nvGrpSpPr>
        <p:grpSpPr>
          <a:xfrm>
            <a:off x="-309471" y="3617606"/>
            <a:ext cx="1447796" cy="2238514"/>
            <a:chOff x="-309471" y="3617606"/>
            <a:chExt cx="1447796" cy="2238514"/>
          </a:xfrm>
        </p:grpSpPr>
        <p:grpSp>
          <p:nvGrpSpPr>
            <p:cNvPr id="53" name="Google Shape;53;p1"/>
            <p:cNvGrpSpPr/>
            <p:nvPr/>
          </p:nvGrpSpPr>
          <p:grpSpPr>
            <a:xfrm>
              <a:off x="-276118" y="3870660"/>
              <a:ext cx="981358" cy="1985460"/>
              <a:chOff x="-276118" y="3870660"/>
              <a:chExt cx="981358" cy="1985460"/>
            </a:xfrm>
          </p:grpSpPr>
          <p:sp>
            <p:nvSpPr>
              <p:cNvPr id="54" name="Google Shape;54;p1"/>
              <p:cNvSpPr/>
              <p:nvPr/>
            </p:nvSpPr>
            <p:spPr>
              <a:xfrm rot="10800000">
                <a:off x="-276118" y="3870660"/>
                <a:ext cx="844198" cy="1985100"/>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0C0A9E"/>
                  </a:gs>
                  <a:gs pos="100000">
                    <a:srgbClr val="FFFFFF">
                      <a:alpha val="0"/>
                    </a:srgbClr>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5" name="Google Shape;55;p1"/>
              <p:cNvSpPr/>
              <p:nvPr/>
            </p:nvSpPr>
            <p:spPr>
              <a:xfrm rot="10800000">
                <a:off x="-138958" y="3871020"/>
                <a:ext cx="844198" cy="1985100"/>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0C0A9E"/>
                  </a:gs>
                  <a:gs pos="100000">
                    <a:srgbClr val="FFFFFF">
                      <a:alpha val="0"/>
                    </a:srgbClr>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grpSp>
          <p:nvGrpSpPr>
            <p:cNvPr id="56" name="Google Shape;56;p1"/>
            <p:cNvGrpSpPr/>
            <p:nvPr/>
          </p:nvGrpSpPr>
          <p:grpSpPr>
            <a:xfrm>
              <a:off x="363078" y="4906630"/>
              <a:ext cx="699287" cy="478038"/>
              <a:chOff x="363078" y="4906630"/>
              <a:chExt cx="699287" cy="478038"/>
            </a:xfrm>
          </p:grpSpPr>
          <p:grpSp>
            <p:nvGrpSpPr>
              <p:cNvPr id="57" name="Google Shape;57;p1"/>
              <p:cNvGrpSpPr/>
              <p:nvPr/>
            </p:nvGrpSpPr>
            <p:grpSpPr>
              <a:xfrm>
                <a:off x="363078" y="4906630"/>
                <a:ext cx="478038" cy="478038"/>
                <a:chOff x="363078" y="4906630"/>
                <a:chExt cx="478038" cy="478038"/>
              </a:xfrm>
            </p:grpSpPr>
            <p:sp>
              <p:nvSpPr>
                <p:cNvPr id="58" name="Google Shape;58;p1"/>
                <p:cNvSpPr/>
                <p:nvPr/>
              </p:nvSpPr>
              <p:spPr>
                <a:xfrm rot="2700000">
                  <a:off x="429487" y="4980234"/>
                  <a:ext cx="345219" cy="330828"/>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9900FF">
                        <a:alpha val="29019"/>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59" name="Google Shape;59;p1"/>
                <p:cNvGrpSpPr/>
                <p:nvPr/>
              </p:nvGrpSpPr>
              <p:grpSpPr>
                <a:xfrm>
                  <a:off x="408373" y="5007343"/>
                  <a:ext cx="387095" cy="223295"/>
                  <a:chOff x="408373" y="5007343"/>
                  <a:chExt cx="387095" cy="223295"/>
                </a:xfrm>
              </p:grpSpPr>
              <p:sp>
                <p:nvSpPr>
                  <p:cNvPr id="60" name="Google Shape;60;p1"/>
                  <p:cNvSpPr/>
                  <p:nvPr/>
                </p:nvSpPr>
                <p:spPr>
                  <a:xfrm rot="2700000">
                    <a:off x="441021" y="5039991"/>
                    <a:ext cx="157639" cy="15763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7058"/>
                        </a:srgbClr>
                      </a:gs>
                      <a:gs pos="100000">
                        <a:srgbClr val="FFFFFF">
                          <a:alpha val="47058"/>
                        </a:srgbClr>
                      </a:gs>
                    </a:gsLst>
                    <a:lin ang="5400012" scaled="0"/>
                  </a:gradFill>
                  <a:ln>
                    <a:noFill/>
                  </a:ln>
                </p:spPr>
                <p:txBody>
                  <a:bodyPr anchorCtr="0" anchor="ctr" bIns="78825" lIns="91425" spcFirstLastPara="1" rIns="91425" wrap="square" tIns="788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1" name="Google Shape;61;p1"/>
                  <p:cNvSpPr/>
                  <p:nvPr/>
                </p:nvSpPr>
                <p:spPr>
                  <a:xfrm rot="2700000">
                    <a:off x="482061" y="5040351"/>
                    <a:ext cx="157639" cy="15763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7058"/>
                        </a:srgbClr>
                      </a:gs>
                      <a:gs pos="100000">
                        <a:srgbClr val="FFFFFF">
                          <a:alpha val="47058"/>
                        </a:srgbClr>
                      </a:gs>
                    </a:gsLst>
                    <a:lin ang="5400012" scaled="0"/>
                  </a:gradFill>
                  <a:ln>
                    <a:noFill/>
                  </a:ln>
                </p:spPr>
                <p:txBody>
                  <a:bodyPr anchorCtr="0" anchor="ctr" bIns="78825" lIns="91425" spcFirstLastPara="1" rIns="91425" wrap="square" tIns="788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2" name="Google Shape;62;p1"/>
                  <p:cNvSpPr/>
                  <p:nvPr/>
                </p:nvSpPr>
                <p:spPr>
                  <a:xfrm rot="2700000">
                    <a:off x="523101" y="5039991"/>
                    <a:ext cx="157639" cy="15763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7058"/>
                        </a:srgbClr>
                      </a:gs>
                      <a:gs pos="100000">
                        <a:srgbClr val="FFFFFF">
                          <a:alpha val="47058"/>
                        </a:srgbClr>
                      </a:gs>
                    </a:gsLst>
                    <a:lin ang="5400012" scaled="0"/>
                  </a:gradFill>
                  <a:ln>
                    <a:noFill/>
                  </a:ln>
                </p:spPr>
                <p:txBody>
                  <a:bodyPr anchorCtr="0" anchor="ctr" bIns="78825" lIns="91425" spcFirstLastPara="1" rIns="91425" wrap="square" tIns="788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3" name="Google Shape;63;p1"/>
                  <p:cNvSpPr/>
                  <p:nvPr/>
                </p:nvSpPr>
                <p:spPr>
                  <a:xfrm rot="2700000">
                    <a:off x="564141" y="5039991"/>
                    <a:ext cx="157639" cy="15763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7058"/>
                        </a:srgbClr>
                      </a:gs>
                      <a:gs pos="100000">
                        <a:srgbClr val="FFFFFF">
                          <a:alpha val="47058"/>
                        </a:srgbClr>
                      </a:gs>
                    </a:gsLst>
                    <a:lin ang="5400012" scaled="0"/>
                  </a:gradFill>
                  <a:ln>
                    <a:noFill/>
                  </a:ln>
                </p:spPr>
                <p:txBody>
                  <a:bodyPr anchorCtr="0" anchor="ctr" bIns="78825" lIns="91425" spcFirstLastPara="1" rIns="91425" wrap="square" tIns="788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4" name="Google Shape;64;p1"/>
                  <p:cNvSpPr/>
                  <p:nvPr/>
                </p:nvSpPr>
                <p:spPr>
                  <a:xfrm rot="2700000">
                    <a:off x="605181" y="5040351"/>
                    <a:ext cx="157639" cy="15763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7058"/>
                        </a:srgbClr>
                      </a:gs>
                      <a:gs pos="100000">
                        <a:srgbClr val="FFFFFF">
                          <a:alpha val="47058"/>
                        </a:srgbClr>
                      </a:gs>
                    </a:gsLst>
                    <a:lin ang="5400012" scaled="0"/>
                  </a:gradFill>
                  <a:ln>
                    <a:noFill/>
                  </a:ln>
                </p:spPr>
                <p:txBody>
                  <a:bodyPr anchorCtr="0" anchor="ctr" bIns="78825" lIns="91425" spcFirstLastPara="1" rIns="91425" wrap="square" tIns="788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grpSp>
          <p:sp>
            <p:nvSpPr>
              <p:cNvPr id="65" name="Google Shape;65;p1"/>
              <p:cNvSpPr/>
              <p:nvPr/>
            </p:nvSpPr>
            <p:spPr>
              <a:xfrm rot="-2700000">
                <a:off x="694444" y="4986029"/>
                <a:ext cx="324287" cy="257741"/>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7058"/>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grpSp>
          <p:nvGrpSpPr>
            <p:cNvPr id="66" name="Google Shape;66;p1"/>
            <p:cNvGrpSpPr/>
            <p:nvPr/>
          </p:nvGrpSpPr>
          <p:grpSpPr>
            <a:xfrm>
              <a:off x="-309471" y="3617606"/>
              <a:ext cx="1046616" cy="1350816"/>
              <a:chOff x="-309471" y="3617606"/>
              <a:chExt cx="1046616" cy="1350816"/>
            </a:xfrm>
          </p:grpSpPr>
          <p:sp>
            <p:nvSpPr>
              <p:cNvPr id="67" name="Google Shape;67;p1"/>
              <p:cNvSpPr/>
              <p:nvPr/>
            </p:nvSpPr>
            <p:spPr>
              <a:xfrm rot="-8100000">
                <a:off x="37086" y="4271427"/>
                <a:ext cx="581743" cy="575616"/>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7058"/>
                    </a:srgbClr>
                  </a:gs>
                  <a:gs pos="100000">
                    <a:srgbClr val="FFFFFF">
                      <a:alpha val="47058"/>
                    </a:srgbClr>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8" name="Google Shape;68;p1"/>
              <p:cNvSpPr/>
              <p:nvPr/>
            </p:nvSpPr>
            <p:spPr>
              <a:xfrm rot="-8100000">
                <a:off x="-38874" y="4087107"/>
                <a:ext cx="581743" cy="575616"/>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7058"/>
                    </a:srgbClr>
                  </a:gs>
                  <a:gs pos="100000">
                    <a:srgbClr val="FFFFFF">
                      <a:alpha val="47058"/>
                    </a:srgbClr>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9" name="Google Shape;69;p1"/>
              <p:cNvSpPr/>
              <p:nvPr/>
            </p:nvSpPr>
            <p:spPr>
              <a:xfrm rot="-8100000">
                <a:off x="-115194" y="3923307"/>
                <a:ext cx="581743" cy="575616"/>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7058"/>
                    </a:srgbClr>
                  </a:gs>
                  <a:gs pos="100000">
                    <a:srgbClr val="FFFFFF">
                      <a:alpha val="47058"/>
                    </a:srgbClr>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0" name="Google Shape;70;p1"/>
              <p:cNvSpPr/>
              <p:nvPr/>
            </p:nvSpPr>
            <p:spPr>
              <a:xfrm rot="-8100000">
                <a:off x="-191154" y="3738987"/>
                <a:ext cx="581743" cy="575616"/>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7058"/>
                    </a:srgbClr>
                  </a:gs>
                  <a:gs pos="100000">
                    <a:srgbClr val="FFFFFF">
                      <a:alpha val="47058"/>
                    </a:srgbClr>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grpSp>
          <p:nvGrpSpPr>
            <p:cNvPr id="71" name="Google Shape;71;p1"/>
            <p:cNvGrpSpPr/>
            <p:nvPr/>
          </p:nvGrpSpPr>
          <p:grpSpPr>
            <a:xfrm>
              <a:off x="439038" y="4567150"/>
              <a:ext cx="699287" cy="478038"/>
              <a:chOff x="439038" y="4567150"/>
              <a:chExt cx="699287" cy="478038"/>
            </a:xfrm>
          </p:grpSpPr>
          <p:grpSp>
            <p:nvGrpSpPr>
              <p:cNvPr id="72" name="Google Shape;72;p1"/>
              <p:cNvGrpSpPr/>
              <p:nvPr/>
            </p:nvGrpSpPr>
            <p:grpSpPr>
              <a:xfrm>
                <a:off x="439038" y="4567150"/>
                <a:ext cx="478038" cy="478038"/>
                <a:chOff x="439038" y="4567150"/>
                <a:chExt cx="478038" cy="478038"/>
              </a:xfrm>
            </p:grpSpPr>
            <p:sp>
              <p:nvSpPr>
                <p:cNvPr id="73" name="Google Shape;73;p1"/>
                <p:cNvSpPr/>
                <p:nvPr/>
              </p:nvSpPr>
              <p:spPr>
                <a:xfrm rot="2700000">
                  <a:off x="505447" y="4640754"/>
                  <a:ext cx="345219" cy="330828"/>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9900FF">
                        <a:alpha val="29019"/>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74" name="Google Shape;74;p1"/>
                <p:cNvGrpSpPr/>
                <p:nvPr/>
              </p:nvGrpSpPr>
              <p:grpSpPr>
                <a:xfrm>
                  <a:off x="483973" y="4667863"/>
                  <a:ext cx="387095" cy="223295"/>
                  <a:chOff x="483973" y="4667863"/>
                  <a:chExt cx="387095" cy="223295"/>
                </a:xfrm>
              </p:grpSpPr>
              <p:sp>
                <p:nvSpPr>
                  <p:cNvPr id="75" name="Google Shape;75;p1"/>
                  <p:cNvSpPr/>
                  <p:nvPr/>
                </p:nvSpPr>
                <p:spPr>
                  <a:xfrm rot="2700000">
                    <a:off x="516621" y="4700511"/>
                    <a:ext cx="157639" cy="15763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7058"/>
                        </a:srgbClr>
                      </a:gs>
                      <a:gs pos="100000">
                        <a:srgbClr val="FFFFFF">
                          <a:alpha val="47058"/>
                        </a:srgbClr>
                      </a:gs>
                    </a:gsLst>
                    <a:lin ang="5400012" scaled="0"/>
                  </a:gradFill>
                  <a:ln>
                    <a:noFill/>
                  </a:ln>
                </p:spPr>
                <p:txBody>
                  <a:bodyPr anchorCtr="0" anchor="ctr" bIns="78825" lIns="91425" spcFirstLastPara="1" rIns="91425" wrap="square" tIns="788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6" name="Google Shape;76;p1"/>
                  <p:cNvSpPr/>
                  <p:nvPr/>
                </p:nvSpPr>
                <p:spPr>
                  <a:xfrm rot="2700000">
                    <a:off x="557661" y="4700871"/>
                    <a:ext cx="157639" cy="15763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7058"/>
                        </a:srgbClr>
                      </a:gs>
                      <a:gs pos="100000">
                        <a:srgbClr val="FFFFFF">
                          <a:alpha val="47058"/>
                        </a:srgbClr>
                      </a:gs>
                    </a:gsLst>
                    <a:lin ang="5400012" scaled="0"/>
                  </a:gradFill>
                  <a:ln>
                    <a:noFill/>
                  </a:ln>
                </p:spPr>
                <p:txBody>
                  <a:bodyPr anchorCtr="0" anchor="ctr" bIns="78825" lIns="91425" spcFirstLastPara="1" rIns="91425" wrap="square" tIns="788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7" name="Google Shape;77;p1"/>
                  <p:cNvSpPr/>
                  <p:nvPr/>
                </p:nvSpPr>
                <p:spPr>
                  <a:xfrm rot="2700000">
                    <a:off x="599061" y="4700511"/>
                    <a:ext cx="157639" cy="15763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7058"/>
                        </a:srgbClr>
                      </a:gs>
                      <a:gs pos="100000">
                        <a:srgbClr val="FFFFFF">
                          <a:alpha val="47058"/>
                        </a:srgbClr>
                      </a:gs>
                    </a:gsLst>
                    <a:lin ang="5400012" scaled="0"/>
                  </a:gradFill>
                  <a:ln>
                    <a:noFill/>
                  </a:ln>
                </p:spPr>
                <p:txBody>
                  <a:bodyPr anchorCtr="0" anchor="ctr" bIns="78825" lIns="91425" spcFirstLastPara="1" rIns="91425" wrap="square" tIns="788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8" name="Google Shape;78;p1"/>
                  <p:cNvSpPr/>
                  <p:nvPr/>
                </p:nvSpPr>
                <p:spPr>
                  <a:xfrm rot="2700000">
                    <a:off x="639741" y="4700511"/>
                    <a:ext cx="157639" cy="15763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7058"/>
                        </a:srgbClr>
                      </a:gs>
                      <a:gs pos="100000">
                        <a:srgbClr val="FFFFFF">
                          <a:alpha val="47058"/>
                        </a:srgbClr>
                      </a:gs>
                    </a:gsLst>
                    <a:lin ang="5400012" scaled="0"/>
                  </a:gradFill>
                  <a:ln>
                    <a:noFill/>
                  </a:ln>
                </p:spPr>
                <p:txBody>
                  <a:bodyPr anchorCtr="0" anchor="ctr" bIns="78825" lIns="91425" spcFirstLastPara="1" rIns="91425" wrap="square" tIns="788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9" name="Google Shape;79;p1"/>
                  <p:cNvSpPr/>
                  <p:nvPr/>
                </p:nvSpPr>
                <p:spPr>
                  <a:xfrm rot="2700000">
                    <a:off x="680781" y="4700871"/>
                    <a:ext cx="157639" cy="15763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7058"/>
                        </a:srgbClr>
                      </a:gs>
                      <a:gs pos="100000">
                        <a:srgbClr val="FFFFFF">
                          <a:alpha val="47058"/>
                        </a:srgbClr>
                      </a:gs>
                    </a:gsLst>
                    <a:lin ang="5400012" scaled="0"/>
                  </a:gradFill>
                  <a:ln>
                    <a:noFill/>
                  </a:ln>
                </p:spPr>
                <p:txBody>
                  <a:bodyPr anchorCtr="0" anchor="ctr" bIns="78825" lIns="91425" spcFirstLastPara="1" rIns="91425" wrap="square" tIns="788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grpSp>
          <p:sp>
            <p:nvSpPr>
              <p:cNvPr id="80" name="Google Shape;80;p1"/>
              <p:cNvSpPr/>
              <p:nvPr/>
            </p:nvSpPr>
            <p:spPr>
              <a:xfrm rot="-2700000">
                <a:off x="770404" y="4646549"/>
                <a:ext cx="324287" cy="257741"/>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7058"/>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grpSp>
          <p:nvGrpSpPr>
            <p:cNvPr id="81" name="Google Shape;81;p1"/>
            <p:cNvGrpSpPr/>
            <p:nvPr/>
          </p:nvGrpSpPr>
          <p:grpSpPr>
            <a:xfrm>
              <a:off x="-64962" y="4623670"/>
              <a:ext cx="698927" cy="478038"/>
              <a:chOff x="-64962" y="4623670"/>
              <a:chExt cx="698927" cy="478038"/>
            </a:xfrm>
          </p:grpSpPr>
          <p:grpSp>
            <p:nvGrpSpPr>
              <p:cNvPr id="82" name="Google Shape;82;p1"/>
              <p:cNvGrpSpPr/>
              <p:nvPr/>
            </p:nvGrpSpPr>
            <p:grpSpPr>
              <a:xfrm>
                <a:off x="-64962" y="4623670"/>
                <a:ext cx="478038" cy="478038"/>
                <a:chOff x="-64962" y="4623670"/>
                <a:chExt cx="478038" cy="478038"/>
              </a:xfrm>
            </p:grpSpPr>
            <p:sp>
              <p:nvSpPr>
                <p:cNvPr id="83" name="Google Shape;83;p1"/>
                <p:cNvSpPr/>
                <p:nvPr/>
              </p:nvSpPr>
              <p:spPr>
                <a:xfrm rot="2700000">
                  <a:off x="1447" y="4697274"/>
                  <a:ext cx="345219" cy="330828"/>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gs>
                    <a:gs pos="18000">
                      <a:srgbClr val="F5F8FF"/>
                    </a:gs>
                    <a:gs pos="56000">
                      <a:srgbClr val="FFFFFF">
                        <a:alpha val="0"/>
                      </a:srgbClr>
                    </a:gs>
                    <a:gs pos="74000">
                      <a:srgbClr val="F5F8FF"/>
                    </a:gs>
                    <a:gs pos="100000">
                      <a:srgbClr val="9900FF">
                        <a:alpha val="29019"/>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84" name="Google Shape;84;p1"/>
                <p:cNvGrpSpPr/>
                <p:nvPr/>
              </p:nvGrpSpPr>
              <p:grpSpPr>
                <a:xfrm>
                  <a:off x="-20387" y="4724383"/>
                  <a:ext cx="387095" cy="223295"/>
                  <a:chOff x="-20387" y="4724383"/>
                  <a:chExt cx="387095" cy="223295"/>
                </a:xfrm>
              </p:grpSpPr>
              <p:sp>
                <p:nvSpPr>
                  <p:cNvPr id="85" name="Google Shape;85;p1"/>
                  <p:cNvSpPr/>
                  <p:nvPr/>
                </p:nvSpPr>
                <p:spPr>
                  <a:xfrm rot="2700000">
                    <a:off x="12261" y="4757031"/>
                    <a:ext cx="157639" cy="15763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7058"/>
                        </a:srgbClr>
                      </a:gs>
                      <a:gs pos="100000">
                        <a:srgbClr val="FFFFFF">
                          <a:alpha val="47058"/>
                        </a:srgbClr>
                      </a:gs>
                    </a:gsLst>
                    <a:lin ang="5400012" scaled="0"/>
                  </a:gradFill>
                  <a:ln>
                    <a:noFill/>
                  </a:ln>
                </p:spPr>
                <p:txBody>
                  <a:bodyPr anchorCtr="0" anchor="ctr" bIns="78825" lIns="91425" spcFirstLastPara="1" rIns="91425" wrap="square" tIns="788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6" name="Google Shape;86;p1"/>
                  <p:cNvSpPr/>
                  <p:nvPr/>
                </p:nvSpPr>
                <p:spPr>
                  <a:xfrm rot="2700000">
                    <a:off x="53301" y="4757391"/>
                    <a:ext cx="157639" cy="15763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7058"/>
                        </a:srgbClr>
                      </a:gs>
                      <a:gs pos="100000">
                        <a:srgbClr val="FFFFFF">
                          <a:alpha val="47058"/>
                        </a:srgbClr>
                      </a:gs>
                    </a:gsLst>
                    <a:lin ang="5400012" scaled="0"/>
                  </a:gradFill>
                  <a:ln>
                    <a:noFill/>
                  </a:ln>
                </p:spPr>
                <p:txBody>
                  <a:bodyPr anchorCtr="0" anchor="ctr" bIns="78825" lIns="91425" spcFirstLastPara="1" rIns="91425" wrap="square" tIns="788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7" name="Google Shape;87;p1"/>
                  <p:cNvSpPr/>
                  <p:nvPr/>
                </p:nvSpPr>
                <p:spPr>
                  <a:xfrm rot="2700000">
                    <a:off x="94341" y="4757031"/>
                    <a:ext cx="157639" cy="15763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7058"/>
                        </a:srgbClr>
                      </a:gs>
                      <a:gs pos="100000">
                        <a:srgbClr val="FFFFFF">
                          <a:alpha val="47058"/>
                        </a:srgbClr>
                      </a:gs>
                    </a:gsLst>
                    <a:lin ang="5400012" scaled="0"/>
                  </a:gradFill>
                  <a:ln>
                    <a:noFill/>
                  </a:ln>
                </p:spPr>
                <p:txBody>
                  <a:bodyPr anchorCtr="0" anchor="ctr" bIns="78825" lIns="91425" spcFirstLastPara="1" rIns="91425" wrap="square" tIns="788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8" name="Google Shape;88;p1"/>
                  <p:cNvSpPr/>
                  <p:nvPr/>
                </p:nvSpPr>
                <p:spPr>
                  <a:xfrm rot="2700000">
                    <a:off x="135381" y="4757031"/>
                    <a:ext cx="157639" cy="15763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7058"/>
                        </a:srgbClr>
                      </a:gs>
                      <a:gs pos="100000">
                        <a:srgbClr val="FFFFFF">
                          <a:alpha val="47058"/>
                        </a:srgbClr>
                      </a:gs>
                    </a:gsLst>
                    <a:lin ang="5400012" scaled="0"/>
                  </a:gradFill>
                  <a:ln>
                    <a:noFill/>
                  </a:ln>
                </p:spPr>
                <p:txBody>
                  <a:bodyPr anchorCtr="0" anchor="ctr" bIns="78825" lIns="91425" spcFirstLastPara="1" rIns="91425" wrap="square" tIns="788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89" name="Google Shape;89;p1"/>
                  <p:cNvSpPr/>
                  <p:nvPr/>
                </p:nvSpPr>
                <p:spPr>
                  <a:xfrm rot="2700000">
                    <a:off x="176421" y="4757391"/>
                    <a:ext cx="157639" cy="15763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7058"/>
                        </a:srgbClr>
                      </a:gs>
                      <a:gs pos="100000">
                        <a:srgbClr val="FFFFFF">
                          <a:alpha val="47058"/>
                        </a:srgbClr>
                      </a:gs>
                    </a:gsLst>
                    <a:lin ang="5400012" scaled="0"/>
                  </a:gradFill>
                  <a:ln>
                    <a:noFill/>
                  </a:ln>
                </p:spPr>
                <p:txBody>
                  <a:bodyPr anchorCtr="0" anchor="ctr" bIns="78825" lIns="91425" spcFirstLastPara="1" rIns="91425" wrap="square" tIns="788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grpSp>
          <p:sp>
            <p:nvSpPr>
              <p:cNvPr id="90" name="Google Shape;90;p1"/>
              <p:cNvSpPr/>
              <p:nvPr/>
            </p:nvSpPr>
            <p:spPr>
              <a:xfrm rot="-2700000">
                <a:off x="266044" y="4703069"/>
                <a:ext cx="324287" cy="257741"/>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7058"/>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grpSp>
      <p:sp>
        <p:nvSpPr>
          <p:cNvPr id="91" name="Google Shape;91;p1"/>
          <p:cNvSpPr txBox="1"/>
          <p:nvPr>
            <p:ph idx="1" type="body"/>
          </p:nvPr>
        </p:nvSpPr>
        <p:spPr>
          <a:xfrm>
            <a:off x="457200" y="1203480"/>
            <a:ext cx="8229300" cy="2982900"/>
          </a:xfrm>
          <a:prstGeom prst="rect">
            <a:avLst/>
          </a:prstGeom>
          <a:noFill/>
          <a:ln>
            <a:noFill/>
          </a:ln>
        </p:spPr>
        <p:txBody>
          <a:bodyPr anchorCtr="0" anchor="t" bIns="0" lIns="0" spcFirstLastPara="1" rIns="0" wrap="square" tIns="0">
            <a:normAutofit/>
          </a:bodyPr>
          <a:lstStyle>
            <a:lvl1pPr indent="-228600" lvl="0" marL="457200" marR="0" algn="l">
              <a:spcBef>
                <a:spcPts val="0"/>
              </a:spcBef>
              <a:spcAft>
                <a:spcPts val="0"/>
              </a:spcAft>
              <a:buSzPts val="1400"/>
              <a:buNone/>
              <a:defRPr b="0" i="0" sz="1800" u="none" cap="none" strike="noStrike"/>
            </a:lvl1pPr>
            <a:lvl2pPr indent="-228600" lvl="1" marL="914400" marR="0" algn="l">
              <a:spcBef>
                <a:spcPts val="0"/>
              </a:spcBef>
              <a:spcAft>
                <a:spcPts val="0"/>
              </a:spcAft>
              <a:buSzPts val="1400"/>
              <a:buNone/>
              <a:defRPr b="0" i="0" sz="1800" u="none" cap="none" strike="noStrike"/>
            </a:lvl2pPr>
            <a:lvl3pPr indent="-228600" lvl="2" marL="1371600" marR="0" algn="l">
              <a:spcBef>
                <a:spcPts val="0"/>
              </a:spcBef>
              <a:spcAft>
                <a:spcPts val="0"/>
              </a:spcAft>
              <a:buSzPts val="1400"/>
              <a:buNone/>
              <a:defRPr b="0" i="0" sz="1800" u="none" cap="none" strike="noStrike"/>
            </a:lvl3pPr>
            <a:lvl4pPr indent="-228600" lvl="3" marL="1828800" marR="0" algn="l">
              <a:spcBef>
                <a:spcPts val="0"/>
              </a:spcBef>
              <a:spcAft>
                <a:spcPts val="0"/>
              </a:spcAft>
              <a:buSzPts val="1400"/>
              <a:buNone/>
              <a:defRPr b="0" i="0" sz="1800" u="none" cap="none" strike="noStrike"/>
            </a:lvl4pPr>
            <a:lvl5pPr indent="-228600" lvl="4" marL="2286000" marR="0" algn="l">
              <a:spcBef>
                <a:spcPts val="0"/>
              </a:spcBef>
              <a:spcAft>
                <a:spcPts val="0"/>
              </a:spcAft>
              <a:buSzPts val="1400"/>
              <a:buNone/>
              <a:defRPr b="0" i="0" sz="1800" u="none" cap="none" strike="noStrike"/>
            </a:lvl5pPr>
            <a:lvl6pPr indent="-228600" lvl="5" marL="2743200" marR="0" algn="l">
              <a:spcBef>
                <a:spcPts val="0"/>
              </a:spcBef>
              <a:spcAft>
                <a:spcPts val="0"/>
              </a:spcAft>
              <a:buSzPts val="1400"/>
              <a:buNone/>
              <a:defRPr b="0" i="0" sz="1800" u="none" cap="none" strike="noStrike"/>
            </a:lvl6pPr>
            <a:lvl7pPr indent="-228600" lvl="6" marL="3200400" marR="0" algn="l">
              <a:spcBef>
                <a:spcPts val="0"/>
              </a:spcBef>
              <a:spcAft>
                <a:spcPts val="0"/>
              </a:spcAft>
              <a:buSzPts val="1400"/>
              <a:buNone/>
              <a:defRPr b="0" i="0" sz="1800" u="none" cap="none" strike="noStrike"/>
            </a:lvl7pPr>
            <a:lvl8pPr indent="-228600" lvl="7" marL="3657600" marR="0" algn="l">
              <a:spcBef>
                <a:spcPts val="0"/>
              </a:spcBef>
              <a:spcAft>
                <a:spcPts val="0"/>
              </a:spcAft>
              <a:buSzPts val="1400"/>
              <a:buNone/>
              <a:defRPr b="0" i="0" sz="1800" u="none" cap="none" strike="noStrike"/>
            </a:lvl8pPr>
            <a:lvl9pPr indent="-228600" lvl="8" marL="4114800" marR="0" algn="l">
              <a:spcBef>
                <a:spcPts val="0"/>
              </a:spcBef>
              <a:spcAft>
                <a:spcPts val="0"/>
              </a:spcAft>
              <a:buSzPts val="1400"/>
              <a:buNone/>
              <a:defRPr b="0" i="0" sz="1800" u="none" cap="none" strike="noStrike"/>
            </a:lvl9pPr>
          </a:lstStyle>
          <a:p/>
        </p:txBody>
      </p:sp>
    </p:spTree>
  </p:cSld>
  <p:clrMap accent1="accent1" accent2="accent2" accent3="accent3" accent4="accent4" accent5="accent5" accent6="accent6" bg1="lt1" bg2="dk2" tx1="dk1" tx2="lt2" folHlink="folHlink" hlink="hlink"/>
  <p:sldLayoutIdLst>
    <p:sldLayoutId id="2147483648"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5" name="Shape 95"/>
        <p:cNvGrpSpPr/>
        <p:nvPr/>
      </p:nvGrpSpPr>
      <p:grpSpPr>
        <a:xfrm>
          <a:off x="0" y="0"/>
          <a:ext cx="0" cy="0"/>
          <a:chOff x="0" y="0"/>
          <a:chExt cx="0" cy="0"/>
        </a:xfrm>
      </p:grpSpPr>
      <p:sp>
        <p:nvSpPr>
          <p:cNvPr id="96" name="Google Shape;96;p3"/>
          <p:cNvSpPr txBox="1"/>
          <p:nvPr>
            <p:ph type="title"/>
          </p:nvPr>
        </p:nvSpPr>
        <p:spPr>
          <a:xfrm>
            <a:off x="720000" y="444960"/>
            <a:ext cx="7703700" cy="572400"/>
          </a:xfrm>
          <a:prstGeom prst="rect">
            <a:avLst/>
          </a:prstGeom>
          <a:noFill/>
          <a:ln>
            <a:noFill/>
          </a:ln>
        </p:spPr>
        <p:txBody>
          <a:bodyPr anchorCtr="0" anchor="t" bIns="91425" lIns="91425" spcFirstLastPara="1" rIns="91425" wrap="square" tIns="91425">
            <a:noAutofit/>
          </a:bodyPr>
          <a:lstStyle>
            <a:lvl1pPr lvl="0" marR="0" algn="l">
              <a:spcBef>
                <a:spcPts val="0"/>
              </a:spcBef>
              <a:spcAft>
                <a:spcPts val="0"/>
              </a:spcAft>
              <a:buSzPts val="1400"/>
              <a:buNone/>
              <a:defRPr b="0" i="0" sz="1800" u="none" cap="none" strike="noStrike"/>
            </a:lvl1pPr>
            <a:lvl2pPr lvl="1" marR="0" algn="l">
              <a:spcBef>
                <a:spcPts val="0"/>
              </a:spcBef>
              <a:spcAft>
                <a:spcPts val="0"/>
              </a:spcAft>
              <a:buSzPts val="1400"/>
              <a:buNone/>
              <a:defRPr b="0" i="0" sz="1800" u="none" cap="none" strike="noStrike"/>
            </a:lvl2pPr>
            <a:lvl3pPr lvl="2" marR="0" algn="l">
              <a:spcBef>
                <a:spcPts val="0"/>
              </a:spcBef>
              <a:spcAft>
                <a:spcPts val="0"/>
              </a:spcAft>
              <a:buSzPts val="1400"/>
              <a:buNone/>
              <a:defRPr b="0" i="0" sz="1800" u="none" cap="none" strike="noStrike"/>
            </a:lvl3pPr>
            <a:lvl4pPr lvl="3" marR="0" algn="l">
              <a:spcBef>
                <a:spcPts val="0"/>
              </a:spcBef>
              <a:spcAft>
                <a:spcPts val="0"/>
              </a:spcAft>
              <a:buSzPts val="1400"/>
              <a:buNone/>
              <a:defRPr b="0" i="0" sz="1800" u="none" cap="none" strike="noStrike"/>
            </a:lvl4pPr>
            <a:lvl5pPr lvl="4" marR="0" algn="l">
              <a:spcBef>
                <a:spcPts val="0"/>
              </a:spcBef>
              <a:spcAft>
                <a:spcPts val="0"/>
              </a:spcAft>
              <a:buSzPts val="1400"/>
              <a:buNone/>
              <a:defRPr b="0" i="0" sz="1800" u="none" cap="none" strike="noStrike"/>
            </a:lvl5pPr>
            <a:lvl6pPr lvl="5" marR="0" algn="l">
              <a:spcBef>
                <a:spcPts val="0"/>
              </a:spcBef>
              <a:spcAft>
                <a:spcPts val="0"/>
              </a:spcAft>
              <a:buSzPts val="1400"/>
              <a:buNone/>
              <a:defRPr b="0" i="0" sz="1800" u="none" cap="none" strike="noStrike"/>
            </a:lvl6pPr>
            <a:lvl7pPr lvl="6" marR="0" algn="l">
              <a:spcBef>
                <a:spcPts val="0"/>
              </a:spcBef>
              <a:spcAft>
                <a:spcPts val="0"/>
              </a:spcAft>
              <a:buSzPts val="1400"/>
              <a:buNone/>
              <a:defRPr b="0" i="0" sz="1800" u="none" cap="none" strike="noStrike"/>
            </a:lvl7pPr>
            <a:lvl8pPr lvl="7" marR="0" algn="l">
              <a:spcBef>
                <a:spcPts val="0"/>
              </a:spcBef>
              <a:spcAft>
                <a:spcPts val="0"/>
              </a:spcAft>
              <a:buSzPts val="1400"/>
              <a:buNone/>
              <a:defRPr b="0" i="0" sz="1800" u="none" cap="none" strike="noStrike"/>
            </a:lvl8pPr>
            <a:lvl9pPr lvl="8" marR="0" algn="l">
              <a:spcBef>
                <a:spcPts val="0"/>
              </a:spcBef>
              <a:spcAft>
                <a:spcPts val="0"/>
              </a:spcAft>
              <a:buSzPts val="1400"/>
              <a:buNone/>
              <a:defRPr b="0" i="0" sz="1800" u="none" cap="none" strike="noStrike"/>
            </a:lvl9pPr>
          </a:lstStyle>
          <a:p/>
        </p:txBody>
      </p:sp>
      <p:sp>
        <p:nvSpPr>
          <p:cNvPr id="97" name="Google Shape;97;p3"/>
          <p:cNvSpPr txBox="1"/>
          <p:nvPr>
            <p:ph idx="1" type="body"/>
          </p:nvPr>
        </p:nvSpPr>
        <p:spPr>
          <a:xfrm>
            <a:off x="720000" y="1139400"/>
            <a:ext cx="7703700" cy="411000"/>
          </a:xfrm>
          <a:prstGeom prst="rect">
            <a:avLst/>
          </a:prstGeom>
          <a:noFill/>
          <a:ln>
            <a:noFill/>
          </a:ln>
        </p:spPr>
        <p:txBody>
          <a:bodyPr anchorCtr="0" anchor="t" bIns="91425" lIns="91425" spcFirstLastPara="1" rIns="91425" wrap="square" tIns="91425">
            <a:noAutofit/>
          </a:bodyPr>
          <a:lstStyle>
            <a:lvl1pPr indent="-228600" lvl="0" marL="457200" marR="0" algn="l">
              <a:spcBef>
                <a:spcPts val="0"/>
              </a:spcBef>
              <a:spcAft>
                <a:spcPts val="0"/>
              </a:spcAft>
              <a:buSzPts val="1400"/>
              <a:buNone/>
              <a:defRPr b="0" i="0" sz="1800" u="none" cap="none" strike="noStrike"/>
            </a:lvl1pPr>
            <a:lvl2pPr indent="-228600" lvl="1" marL="914400" marR="0" algn="l">
              <a:spcBef>
                <a:spcPts val="0"/>
              </a:spcBef>
              <a:spcAft>
                <a:spcPts val="0"/>
              </a:spcAft>
              <a:buSzPts val="1400"/>
              <a:buNone/>
              <a:defRPr b="0" i="0" sz="1800" u="none" cap="none" strike="noStrike"/>
            </a:lvl2pPr>
            <a:lvl3pPr indent="-228600" lvl="2" marL="1371600" marR="0" algn="l">
              <a:spcBef>
                <a:spcPts val="0"/>
              </a:spcBef>
              <a:spcAft>
                <a:spcPts val="0"/>
              </a:spcAft>
              <a:buSzPts val="1400"/>
              <a:buNone/>
              <a:defRPr b="0" i="0" sz="1800" u="none" cap="none" strike="noStrike"/>
            </a:lvl3pPr>
            <a:lvl4pPr indent="-228600" lvl="3" marL="1828800" marR="0" algn="l">
              <a:spcBef>
                <a:spcPts val="0"/>
              </a:spcBef>
              <a:spcAft>
                <a:spcPts val="0"/>
              </a:spcAft>
              <a:buSzPts val="1400"/>
              <a:buNone/>
              <a:defRPr b="0" i="0" sz="1800" u="none" cap="none" strike="noStrike"/>
            </a:lvl4pPr>
            <a:lvl5pPr indent="-228600" lvl="4" marL="2286000" marR="0" algn="l">
              <a:spcBef>
                <a:spcPts val="0"/>
              </a:spcBef>
              <a:spcAft>
                <a:spcPts val="0"/>
              </a:spcAft>
              <a:buSzPts val="1400"/>
              <a:buNone/>
              <a:defRPr b="0" i="0" sz="1800" u="none" cap="none" strike="noStrike"/>
            </a:lvl5pPr>
            <a:lvl6pPr indent="-228600" lvl="5" marL="2743200" marR="0" algn="l">
              <a:spcBef>
                <a:spcPts val="0"/>
              </a:spcBef>
              <a:spcAft>
                <a:spcPts val="0"/>
              </a:spcAft>
              <a:buSzPts val="1400"/>
              <a:buNone/>
              <a:defRPr b="0" i="0" sz="1800" u="none" cap="none" strike="noStrike"/>
            </a:lvl6pPr>
            <a:lvl7pPr indent="-228600" lvl="6" marL="3200400" marR="0" algn="l">
              <a:spcBef>
                <a:spcPts val="0"/>
              </a:spcBef>
              <a:spcAft>
                <a:spcPts val="0"/>
              </a:spcAft>
              <a:buSzPts val="1400"/>
              <a:buNone/>
              <a:defRPr b="0" i="0" sz="1800" u="none" cap="none" strike="noStrike"/>
            </a:lvl7pPr>
            <a:lvl8pPr indent="-228600" lvl="7" marL="3657600" marR="0" algn="l">
              <a:spcBef>
                <a:spcPts val="0"/>
              </a:spcBef>
              <a:spcAft>
                <a:spcPts val="0"/>
              </a:spcAft>
              <a:buSzPts val="1400"/>
              <a:buNone/>
              <a:defRPr b="0" i="0" sz="1800" u="none" cap="none" strike="noStrike"/>
            </a:lvl8pPr>
            <a:lvl9pPr indent="-228600" lvl="8" marL="4114800" marR="0" algn="l">
              <a:spcBef>
                <a:spcPts val="0"/>
              </a:spcBef>
              <a:spcAft>
                <a:spcPts val="0"/>
              </a:spcAft>
              <a:buSzPts val="1400"/>
              <a:buNone/>
              <a:defRPr b="0" i="0" sz="1800" u="none" cap="none" strike="noStrike"/>
            </a:lvl9pPr>
          </a:lstStyle>
          <a:p/>
        </p:txBody>
      </p:sp>
      <p:grpSp>
        <p:nvGrpSpPr>
          <p:cNvPr id="98" name="Google Shape;98;p3"/>
          <p:cNvGrpSpPr/>
          <p:nvPr/>
        </p:nvGrpSpPr>
        <p:grpSpPr>
          <a:xfrm>
            <a:off x="7365240" y="-1147680"/>
            <a:ext cx="3732839" cy="6536573"/>
            <a:chOff x="7365240" y="-1147680"/>
            <a:chExt cx="3732839" cy="6536573"/>
          </a:xfrm>
        </p:grpSpPr>
        <p:pic>
          <p:nvPicPr>
            <p:cNvPr id="99" name="Google Shape;99;p3"/>
            <p:cNvPicPr preferRelativeResize="0"/>
            <p:nvPr/>
          </p:nvPicPr>
          <p:blipFill rotWithShape="1">
            <a:blip r:embed="rId1">
              <a:alphaModFix/>
            </a:blip>
            <a:srcRect b="26173" l="16960" r="7121" t="24714"/>
            <a:stretch/>
          </p:blipFill>
          <p:spPr>
            <a:xfrm>
              <a:off x="7365240" y="-1147680"/>
              <a:ext cx="3732839" cy="2848680"/>
            </a:xfrm>
            <a:prstGeom prst="rect">
              <a:avLst/>
            </a:prstGeom>
            <a:noFill/>
            <a:ln>
              <a:noFill/>
            </a:ln>
          </p:spPr>
        </p:pic>
        <p:grpSp>
          <p:nvGrpSpPr>
            <p:cNvPr id="100" name="Google Shape;100;p3"/>
            <p:cNvGrpSpPr/>
            <p:nvPr/>
          </p:nvGrpSpPr>
          <p:grpSpPr>
            <a:xfrm>
              <a:off x="7544913" y="540001"/>
              <a:ext cx="1518087" cy="3030119"/>
              <a:chOff x="7544913" y="540001"/>
              <a:chExt cx="1518087" cy="3030119"/>
            </a:xfrm>
          </p:grpSpPr>
          <p:sp>
            <p:nvSpPr>
              <p:cNvPr id="101" name="Google Shape;101;p3"/>
              <p:cNvSpPr/>
              <p:nvPr/>
            </p:nvSpPr>
            <p:spPr>
              <a:xfrm rot="10800000">
                <a:off x="7642473" y="737281"/>
                <a:ext cx="1420527" cy="2832839"/>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rgbClr val="0C0A9E"/>
                  </a:gs>
                  <a:gs pos="100000">
                    <a:srgbClr val="FFFFFF">
                      <a:alpha val="0"/>
                    </a:srgbClr>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02" name="Google Shape;102;p3"/>
              <p:cNvSpPr/>
              <p:nvPr/>
            </p:nvSpPr>
            <p:spPr>
              <a:xfrm rot="10800000">
                <a:off x="7544913" y="540001"/>
                <a:ext cx="1420527" cy="2832839"/>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rgbClr val="0C0A9E"/>
                  </a:gs>
                  <a:gs pos="100000">
                    <a:srgbClr val="FFFFFF">
                      <a:alpha val="0"/>
                    </a:srgbClr>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103" name="Google Shape;103;p3"/>
            <p:cNvSpPr/>
            <p:nvPr/>
          </p:nvSpPr>
          <p:spPr>
            <a:xfrm rot="5400000">
              <a:off x="8250857" y="-876976"/>
              <a:ext cx="1420527" cy="2832839"/>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rgbClr val="0C0A9E"/>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104" name="Google Shape;104;p3"/>
            <p:cNvGrpSpPr/>
            <p:nvPr/>
          </p:nvGrpSpPr>
          <p:grpSpPr>
            <a:xfrm>
              <a:off x="7893360" y="270000"/>
              <a:ext cx="3152931" cy="5118893"/>
              <a:chOff x="7893360" y="270000"/>
              <a:chExt cx="3152931" cy="5118893"/>
            </a:xfrm>
          </p:grpSpPr>
          <p:sp>
            <p:nvSpPr>
              <p:cNvPr id="105" name="Google Shape;105;p3"/>
              <p:cNvSpPr/>
              <p:nvPr/>
            </p:nvSpPr>
            <p:spPr>
              <a:xfrm>
                <a:off x="7893360" y="270000"/>
                <a:ext cx="3152931" cy="5118893"/>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7058"/>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106" name="Google Shape;106;p3"/>
              <p:cNvGrpSpPr/>
              <p:nvPr/>
            </p:nvGrpSpPr>
            <p:grpSpPr>
              <a:xfrm>
                <a:off x="8345160" y="4736520"/>
                <a:ext cx="133500" cy="133500"/>
                <a:chOff x="8345160" y="4736520"/>
                <a:chExt cx="133500" cy="133500"/>
              </a:xfrm>
            </p:grpSpPr>
            <p:sp>
              <p:nvSpPr>
                <p:cNvPr id="107" name="Google Shape;107;p3"/>
                <p:cNvSpPr/>
                <p:nvPr/>
              </p:nvSpPr>
              <p:spPr>
                <a:xfrm>
                  <a:off x="8345160" y="4736520"/>
                  <a:ext cx="133500" cy="133500"/>
                </a:xfrm>
                <a:prstGeom prst="ellipse">
                  <a:avLst/>
                </a:prstGeom>
                <a:noFill/>
                <a:ln cap="flat" cmpd="sng" w="9525">
                  <a:solidFill>
                    <a:srgbClr val="8208D5"/>
                  </a:solidFill>
                  <a:prstDash val="solid"/>
                  <a:round/>
                  <a:headEnd len="sm" w="sm" type="none"/>
                  <a:tailEnd len="sm" w="sm" type="none"/>
                </a:ln>
              </p:spPr>
              <p:txBody>
                <a:bodyPr anchorCtr="0" anchor="ctr" bIns="47150" lIns="91425" spcFirstLastPara="1" rIns="91425" wrap="square" tIns="471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08" name="Google Shape;108;p3"/>
                <p:cNvSpPr/>
                <p:nvPr/>
              </p:nvSpPr>
              <p:spPr>
                <a:xfrm>
                  <a:off x="8364240" y="4755240"/>
                  <a:ext cx="95700" cy="95700"/>
                </a:xfrm>
                <a:prstGeom prst="ellipse">
                  <a:avLst/>
                </a:prstGeom>
                <a:gradFill>
                  <a:gsLst>
                    <a:gs pos="0">
                      <a:srgbClr val="9900FF">
                        <a:alpha val="47058"/>
                      </a:srgbClr>
                    </a:gs>
                    <a:gs pos="100000">
                      <a:srgbClr val="FFFFFF">
                        <a:alpha val="0"/>
                      </a:srgbClr>
                    </a:gs>
                  </a:gsLst>
                  <a:path path="circle">
                    <a:fillToRect b="50%" l="50%" r="50%" t="50%"/>
                  </a:path>
                  <a:tileRect/>
                </a:gradFill>
                <a:ln>
                  <a:noFill/>
                </a:ln>
              </p:spPr>
              <p:txBody>
                <a:bodyPr anchorCtr="0" anchor="ctr" bIns="33825" lIns="91425" spcFirstLastPara="1" rIns="91425" wrap="square" tIns="338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grpSp>
            <p:nvGrpSpPr>
              <p:cNvPr id="109" name="Google Shape;109;p3"/>
              <p:cNvGrpSpPr/>
              <p:nvPr/>
            </p:nvGrpSpPr>
            <p:grpSpPr>
              <a:xfrm>
                <a:off x="8940600" y="3794760"/>
                <a:ext cx="133500" cy="133500"/>
                <a:chOff x="8940600" y="3794760"/>
                <a:chExt cx="133500" cy="133500"/>
              </a:xfrm>
            </p:grpSpPr>
            <p:sp>
              <p:nvSpPr>
                <p:cNvPr id="110" name="Google Shape;110;p3"/>
                <p:cNvSpPr/>
                <p:nvPr/>
              </p:nvSpPr>
              <p:spPr>
                <a:xfrm>
                  <a:off x="8940600" y="3794760"/>
                  <a:ext cx="133500" cy="133500"/>
                </a:xfrm>
                <a:prstGeom prst="ellipse">
                  <a:avLst/>
                </a:prstGeom>
                <a:noFill/>
                <a:ln cap="flat" cmpd="sng" w="9525">
                  <a:solidFill>
                    <a:srgbClr val="8208D5"/>
                  </a:solidFill>
                  <a:prstDash val="solid"/>
                  <a:round/>
                  <a:headEnd len="sm" w="sm" type="none"/>
                  <a:tailEnd len="sm" w="sm" type="none"/>
                </a:ln>
              </p:spPr>
              <p:txBody>
                <a:bodyPr anchorCtr="0" anchor="ctr" bIns="47150" lIns="91425" spcFirstLastPara="1" rIns="91425" wrap="square" tIns="471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11" name="Google Shape;111;p3"/>
                <p:cNvSpPr/>
                <p:nvPr/>
              </p:nvSpPr>
              <p:spPr>
                <a:xfrm>
                  <a:off x="8959680" y="3813480"/>
                  <a:ext cx="95700" cy="95700"/>
                </a:xfrm>
                <a:prstGeom prst="ellipse">
                  <a:avLst/>
                </a:prstGeom>
                <a:gradFill>
                  <a:gsLst>
                    <a:gs pos="0">
                      <a:srgbClr val="9900FF">
                        <a:alpha val="47058"/>
                      </a:srgbClr>
                    </a:gs>
                    <a:gs pos="100000">
                      <a:srgbClr val="FFFFFF">
                        <a:alpha val="0"/>
                      </a:srgbClr>
                    </a:gs>
                  </a:gsLst>
                  <a:path path="circle">
                    <a:fillToRect b="50%" l="50%" r="50%" t="50%"/>
                  </a:path>
                  <a:tileRect/>
                </a:gradFill>
                <a:ln>
                  <a:noFill/>
                </a:ln>
              </p:spPr>
              <p:txBody>
                <a:bodyPr anchorCtr="0" anchor="ctr" bIns="33825" lIns="91425" spcFirstLastPara="1" rIns="91425" wrap="square" tIns="338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grpSp>
            <p:nvGrpSpPr>
              <p:cNvPr id="112" name="Google Shape;112;p3"/>
              <p:cNvGrpSpPr/>
              <p:nvPr/>
            </p:nvGrpSpPr>
            <p:grpSpPr>
              <a:xfrm>
                <a:off x="8806680" y="2424600"/>
                <a:ext cx="133500" cy="133500"/>
                <a:chOff x="8806680" y="2424600"/>
                <a:chExt cx="133500" cy="133500"/>
              </a:xfrm>
            </p:grpSpPr>
            <p:sp>
              <p:nvSpPr>
                <p:cNvPr id="113" name="Google Shape;113;p3"/>
                <p:cNvSpPr/>
                <p:nvPr/>
              </p:nvSpPr>
              <p:spPr>
                <a:xfrm>
                  <a:off x="8806680" y="2424600"/>
                  <a:ext cx="133500" cy="133500"/>
                </a:xfrm>
                <a:prstGeom prst="ellipse">
                  <a:avLst/>
                </a:prstGeom>
                <a:noFill/>
                <a:ln cap="flat" cmpd="sng" w="9525">
                  <a:solidFill>
                    <a:srgbClr val="8208D5"/>
                  </a:solidFill>
                  <a:prstDash val="solid"/>
                  <a:round/>
                  <a:headEnd len="sm" w="sm" type="none"/>
                  <a:tailEnd len="sm" w="sm" type="none"/>
                </a:ln>
              </p:spPr>
              <p:txBody>
                <a:bodyPr anchorCtr="0" anchor="ctr" bIns="47150" lIns="91425" spcFirstLastPara="1" rIns="91425" wrap="square" tIns="471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14" name="Google Shape;114;p3"/>
                <p:cNvSpPr/>
                <p:nvPr/>
              </p:nvSpPr>
              <p:spPr>
                <a:xfrm>
                  <a:off x="8825400" y="2443680"/>
                  <a:ext cx="95700" cy="95700"/>
                </a:xfrm>
                <a:prstGeom prst="ellipse">
                  <a:avLst/>
                </a:prstGeom>
                <a:gradFill>
                  <a:gsLst>
                    <a:gs pos="0">
                      <a:srgbClr val="9900FF">
                        <a:alpha val="47058"/>
                      </a:srgbClr>
                    </a:gs>
                    <a:gs pos="100000">
                      <a:srgbClr val="FFFFFF">
                        <a:alpha val="0"/>
                      </a:srgbClr>
                    </a:gs>
                  </a:gsLst>
                  <a:path path="circle">
                    <a:fillToRect b="50%" l="50%" r="50%" t="50%"/>
                  </a:path>
                  <a:tileRect/>
                </a:gradFill>
                <a:ln>
                  <a:noFill/>
                </a:ln>
              </p:spPr>
              <p:txBody>
                <a:bodyPr anchorCtr="0" anchor="ctr" bIns="33825" lIns="91425" spcFirstLastPara="1" rIns="91425" wrap="square" tIns="338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grpSp>
      </p:grpSp>
      <p:grpSp>
        <p:nvGrpSpPr>
          <p:cNvPr id="115" name="Google Shape;115;p3"/>
          <p:cNvGrpSpPr/>
          <p:nvPr/>
        </p:nvGrpSpPr>
        <p:grpSpPr>
          <a:xfrm>
            <a:off x="-576094" y="3774006"/>
            <a:ext cx="1954943" cy="2072269"/>
            <a:chOff x="-576094" y="3774006"/>
            <a:chExt cx="1954943" cy="2072269"/>
          </a:xfrm>
        </p:grpSpPr>
        <p:sp>
          <p:nvSpPr>
            <p:cNvPr id="116" name="Google Shape;116;p3"/>
            <p:cNvSpPr/>
            <p:nvPr/>
          </p:nvSpPr>
          <p:spPr>
            <a:xfrm rot="8271033">
              <a:off x="275375" y="3614748"/>
              <a:ext cx="396365" cy="2260106"/>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0C0A9E"/>
                </a:gs>
                <a:gs pos="100000">
                  <a:srgbClr val="FFFFFF">
                    <a:alpha val="0"/>
                  </a:srgbClr>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17" name="Google Shape;117;p3"/>
            <p:cNvSpPr/>
            <p:nvPr/>
          </p:nvSpPr>
          <p:spPr>
            <a:xfrm rot="8271033">
              <a:off x="131015" y="3745428"/>
              <a:ext cx="396365" cy="2260106"/>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0C0A9E"/>
                </a:gs>
                <a:gs pos="100000">
                  <a:srgbClr val="FFFFFF">
                    <a:alpha val="0"/>
                  </a:srgbClr>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grpSp>
        <p:nvGrpSpPr>
          <p:cNvPr id="118" name="Google Shape;118;p3"/>
          <p:cNvGrpSpPr/>
          <p:nvPr/>
        </p:nvGrpSpPr>
        <p:grpSpPr>
          <a:xfrm>
            <a:off x="-519478" y="-573120"/>
            <a:ext cx="1501196" cy="2806920"/>
            <a:chOff x="-519478" y="-573120"/>
            <a:chExt cx="1501196" cy="2806920"/>
          </a:xfrm>
        </p:grpSpPr>
        <p:grpSp>
          <p:nvGrpSpPr>
            <p:cNvPr id="119" name="Google Shape;119;p3"/>
            <p:cNvGrpSpPr/>
            <p:nvPr/>
          </p:nvGrpSpPr>
          <p:grpSpPr>
            <a:xfrm>
              <a:off x="-343459" y="1508044"/>
              <a:ext cx="904339" cy="725756"/>
              <a:chOff x="-343459" y="1508044"/>
              <a:chExt cx="904339" cy="725756"/>
            </a:xfrm>
          </p:grpSpPr>
          <p:sp>
            <p:nvSpPr>
              <p:cNvPr id="120" name="Google Shape;120;p3"/>
              <p:cNvSpPr/>
              <p:nvPr/>
            </p:nvSpPr>
            <p:spPr>
              <a:xfrm rot="10800000">
                <a:off x="-343459" y="1508044"/>
                <a:ext cx="672859" cy="582476"/>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rgbClr val="F5F8FF"/>
                  </a:gs>
                  <a:gs pos="22000">
                    <a:srgbClr val="F5F8FF"/>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21" name="Google Shape;121;p3"/>
              <p:cNvSpPr/>
              <p:nvPr/>
            </p:nvSpPr>
            <p:spPr>
              <a:xfrm rot="10800000">
                <a:off x="-138900" y="1817650"/>
                <a:ext cx="480540" cy="416150"/>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rgbClr val="F5F8FF"/>
                  </a:gs>
                  <a:gs pos="22000">
                    <a:srgbClr val="F5F8FF"/>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22" name="Google Shape;122;p3"/>
              <p:cNvSpPr/>
              <p:nvPr/>
            </p:nvSpPr>
            <p:spPr>
              <a:xfrm rot="10800000">
                <a:off x="80340" y="1674370"/>
                <a:ext cx="480540" cy="416150"/>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rgbClr val="F5F8FF"/>
                  </a:gs>
                  <a:gs pos="22000">
                    <a:srgbClr val="F5F8FF"/>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123" name="Google Shape;123;p3"/>
            <p:cNvSpPr/>
            <p:nvPr/>
          </p:nvSpPr>
          <p:spPr>
            <a:xfrm>
              <a:off x="360" y="-572400"/>
              <a:ext cx="981357" cy="2307650"/>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EB9109"/>
                </a:gs>
                <a:gs pos="40000">
                  <a:srgbClr val="FF9900">
                    <a:alpha val="41176"/>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24" name="Google Shape;124;p3"/>
            <p:cNvSpPr/>
            <p:nvPr/>
          </p:nvSpPr>
          <p:spPr>
            <a:xfrm>
              <a:off x="-159120" y="-573120"/>
              <a:ext cx="981357" cy="2307650"/>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9900FF">
                    <a:alpha val="47058"/>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125" name="Google Shape;125;p3"/>
            <p:cNvGrpSpPr/>
            <p:nvPr/>
          </p:nvGrpSpPr>
          <p:grpSpPr>
            <a:xfrm>
              <a:off x="-519478" y="-466893"/>
              <a:ext cx="699478" cy="1650933"/>
              <a:chOff x="-519478" y="-466893"/>
              <a:chExt cx="699478" cy="1650933"/>
            </a:xfrm>
          </p:grpSpPr>
          <p:sp>
            <p:nvSpPr>
              <p:cNvPr id="126" name="Google Shape;126;p3"/>
              <p:cNvSpPr/>
              <p:nvPr/>
            </p:nvSpPr>
            <p:spPr>
              <a:xfrm rot="10800000">
                <a:off x="-302762" y="170642"/>
                <a:ext cx="482762" cy="1013398"/>
              </a:xfrm>
              <a:custGeom>
                <a:rect b="b" l="l" r="r" t="t"/>
                <a:pathLst>
                  <a:path extrusionOk="0" h="24714" w="11779">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0C0A9E">
                      <a:alpha val="36862"/>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27" name="Google Shape;127;p3"/>
              <p:cNvSpPr/>
              <p:nvPr/>
            </p:nvSpPr>
            <p:spPr>
              <a:xfrm rot="10800000">
                <a:off x="-426958" y="-466893"/>
                <a:ext cx="246598" cy="1226493"/>
              </a:xfrm>
              <a:custGeom>
                <a:rect b="b" l="l" r="r" t="t"/>
                <a:pathLst>
                  <a:path extrusionOk="0" h="29909" w="6019">
                    <a:moveTo>
                      <a:pt x="1" y="1"/>
                    </a:moveTo>
                    <a:lnTo>
                      <a:pt x="1" y="306"/>
                    </a:lnTo>
                    <a:lnTo>
                      <a:pt x="5699" y="306"/>
                    </a:lnTo>
                    <a:lnTo>
                      <a:pt x="5699" y="29909"/>
                    </a:lnTo>
                    <a:lnTo>
                      <a:pt x="6019" y="29909"/>
                    </a:lnTo>
                    <a:lnTo>
                      <a:pt x="6019" y="1"/>
                    </a:lnTo>
                    <a:close/>
                  </a:path>
                </a:pathLst>
              </a:custGeom>
              <a:gradFill>
                <a:gsLst>
                  <a:gs pos="0">
                    <a:srgbClr val="0C0A9E">
                      <a:alpha val="36862"/>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28" name="Google Shape;128;p3"/>
              <p:cNvSpPr/>
              <p:nvPr/>
            </p:nvSpPr>
            <p:spPr>
              <a:xfrm rot="10800000">
                <a:off x="-519478" y="-373653"/>
                <a:ext cx="246598" cy="1226493"/>
              </a:xfrm>
              <a:custGeom>
                <a:rect b="b" l="l" r="r" t="t"/>
                <a:pathLst>
                  <a:path extrusionOk="0" h="29909" w="6019">
                    <a:moveTo>
                      <a:pt x="1" y="1"/>
                    </a:moveTo>
                    <a:lnTo>
                      <a:pt x="1" y="305"/>
                    </a:lnTo>
                    <a:lnTo>
                      <a:pt x="5714" y="305"/>
                    </a:lnTo>
                    <a:lnTo>
                      <a:pt x="5714" y="29909"/>
                    </a:lnTo>
                    <a:lnTo>
                      <a:pt x="6019" y="29909"/>
                    </a:lnTo>
                    <a:lnTo>
                      <a:pt x="6019" y="1"/>
                    </a:lnTo>
                    <a:close/>
                  </a:path>
                </a:pathLst>
              </a:custGeom>
              <a:gradFill>
                <a:gsLst>
                  <a:gs pos="0">
                    <a:srgbClr val="0C0A9E">
                      <a:alpha val="36862"/>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grpSp>
    </p:spTree>
  </p:cSld>
  <p:clrMap accent1="accent1" accent2="accent2" accent3="accent3" accent4="accent4" accent5="accent5" accent6="accent6" bg1="lt1" bg2="dk2" tx1="dk1" tx2="lt2" folHlink="folHlink" hlink="hlink"/>
  <p:sldLayoutIdLst>
    <p:sldLayoutId id="214748364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2" name="Shape 132"/>
        <p:cNvGrpSpPr/>
        <p:nvPr/>
      </p:nvGrpSpPr>
      <p:grpSpPr>
        <a:xfrm>
          <a:off x="0" y="0"/>
          <a:ext cx="0" cy="0"/>
          <a:chOff x="0" y="0"/>
          <a:chExt cx="0" cy="0"/>
        </a:xfrm>
      </p:grpSpPr>
      <p:sp>
        <p:nvSpPr>
          <p:cNvPr id="133" name="Google Shape;133;p5"/>
          <p:cNvSpPr txBox="1"/>
          <p:nvPr>
            <p:ph type="title"/>
          </p:nvPr>
        </p:nvSpPr>
        <p:spPr>
          <a:xfrm>
            <a:off x="720000" y="444960"/>
            <a:ext cx="7703700" cy="572400"/>
          </a:xfrm>
          <a:prstGeom prst="rect">
            <a:avLst/>
          </a:prstGeom>
          <a:noFill/>
          <a:ln>
            <a:noFill/>
          </a:ln>
        </p:spPr>
        <p:txBody>
          <a:bodyPr anchorCtr="0" anchor="t" bIns="91425" lIns="91425" spcFirstLastPara="1" rIns="91425" wrap="square" tIns="91425">
            <a:noAutofit/>
          </a:bodyPr>
          <a:lstStyle>
            <a:lvl1pPr lvl="0" marR="0" algn="l">
              <a:spcBef>
                <a:spcPts val="0"/>
              </a:spcBef>
              <a:spcAft>
                <a:spcPts val="0"/>
              </a:spcAft>
              <a:buSzPts val="1400"/>
              <a:buNone/>
              <a:defRPr b="0" i="0" sz="1800" u="none" cap="none" strike="noStrike"/>
            </a:lvl1pPr>
            <a:lvl2pPr lvl="1" marR="0" algn="l">
              <a:spcBef>
                <a:spcPts val="0"/>
              </a:spcBef>
              <a:spcAft>
                <a:spcPts val="0"/>
              </a:spcAft>
              <a:buSzPts val="1400"/>
              <a:buNone/>
              <a:defRPr b="0" i="0" sz="1800" u="none" cap="none" strike="noStrike"/>
            </a:lvl2pPr>
            <a:lvl3pPr lvl="2" marR="0" algn="l">
              <a:spcBef>
                <a:spcPts val="0"/>
              </a:spcBef>
              <a:spcAft>
                <a:spcPts val="0"/>
              </a:spcAft>
              <a:buSzPts val="1400"/>
              <a:buNone/>
              <a:defRPr b="0" i="0" sz="1800" u="none" cap="none" strike="noStrike"/>
            </a:lvl3pPr>
            <a:lvl4pPr lvl="3" marR="0" algn="l">
              <a:spcBef>
                <a:spcPts val="0"/>
              </a:spcBef>
              <a:spcAft>
                <a:spcPts val="0"/>
              </a:spcAft>
              <a:buSzPts val="1400"/>
              <a:buNone/>
              <a:defRPr b="0" i="0" sz="1800" u="none" cap="none" strike="noStrike"/>
            </a:lvl4pPr>
            <a:lvl5pPr lvl="4" marR="0" algn="l">
              <a:spcBef>
                <a:spcPts val="0"/>
              </a:spcBef>
              <a:spcAft>
                <a:spcPts val="0"/>
              </a:spcAft>
              <a:buSzPts val="1400"/>
              <a:buNone/>
              <a:defRPr b="0" i="0" sz="1800" u="none" cap="none" strike="noStrike"/>
            </a:lvl5pPr>
            <a:lvl6pPr lvl="5" marR="0" algn="l">
              <a:spcBef>
                <a:spcPts val="0"/>
              </a:spcBef>
              <a:spcAft>
                <a:spcPts val="0"/>
              </a:spcAft>
              <a:buSzPts val="1400"/>
              <a:buNone/>
              <a:defRPr b="0" i="0" sz="1800" u="none" cap="none" strike="noStrike"/>
            </a:lvl6pPr>
            <a:lvl7pPr lvl="6" marR="0" algn="l">
              <a:spcBef>
                <a:spcPts val="0"/>
              </a:spcBef>
              <a:spcAft>
                <a:spcPts val="0"/>
              </a:spcAft>
              <a:buSzPts val="1400"/>
              <a:buNone/>
              <a:defRPr b="0" i="0" sz="1800" u="none" cap="none" strike="noStrike"/>
            </a:lvl7pPr>
            <a:lvl8pPr lvl="7" marR="0" algn="l">
              <a:spcBef>
                <a:spcPts val="0"/>
              </a:spcBef>
              <a:spcAft>
                <a:spcPts val="0"/>
              </a:spcAft>
              <a:buSzPts val="1400"/>
              <a:buNone/>
              <a:defRPr b="0" i="0" sz="1800" u="none" cap="none" strike="noStrike"/>
            </a:lvl8pPr>
            <a:lvl9pPr lvl="8" marR="0" algn="l">
              <a:spcBef>
                <a:spcPts val="0"/>
              </a:spcBef>
              <a:spcAft>
                <a:spcPts val="0"/>
              </a:spcAft>
              <a:buSzPts val="1400"/>
              <a:buNone/>
              <a:defRPr b="0" i="0" sz="1800" u="none" cap="none" strike="noStrike"/>
            </a:lvl9pPr>
          </a:lstStyle>
          <a:p/>
        </p:txBody>
      </p:sp>
      <p:grpSp>
        <p:nvGrpSpPr>
          <p:cNvPr id="134" name="Google Shape;134;p5"/>
          <p:cNvGrpSpPr/>
          <p:nvPr/>
        </p:nvGrpSpPr>
        <p:grpSpPr>
          <a:xfrm>
            <a:off x="-96276" y="4888260"/>
            <a:ext cx="1590096" cy="87840"/>
            <a:chOff x="-96276" y="4888260"/>
            <a:chExt cx="1590096" cy="87840"/>
          </a:xfrm>
        </p:grpSpPr>
        <p:sp>
          <p:nvSpPr>
            <p:cNvPr id="135" name="Google Shape;135;p5"/>
            <p:cNvSpPr/>
            <p:nvPr/>
          </p:nvSpPr>
          <p:spPr>
            <a:xfrm rot="5400000">
              <a:off x="692652" y="4099332"/>
              <a:ext cx="12240" cy="1590096"/>
            </a:xfrm>
            <a:custGeom>
              <a:rect b="b" l="l" r="r" t="t"/>
              <a:pathLst>
                <a:path extrusionOk="0" h="27731" w="306">
                  <a:moveTo>
                    <a:pt x="1" y="1"/>
                  </a:moveTo>
                  <a:lnTo>
                    <a:pt x="1" y="27730"/>
                  </a:lnTo>
                  <a:lnTo>
                    <a:pt x="305" y="27730"/>
                  </a:lnTo>
                  <a:lnTo>
                    <a:pt x="305" y="1"/>
                  </a:lnTo>
                  <a:close/>
                </a:path>
              </a:pathLst>
            </a:custGeom>
            <a:gradFill>
              <a:gsLst>
                <a:gs pos="0">
                  <a:srgbClr val="9900FF">
                    <a:alpha val="47058"/>
                  </a:srgbClr>
                </a:gs>
                <a:gs pos="100000">
                  <a:srgbClr val="FFFFFF">
                    <a:alpha val="47058"/>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36" name="Google Shape;136;p5"/>
            <p:cNvSpPr/>
            <p:nvPr/>
          </p:nvSpPr>
          <p:spPr>
            <a:xfrm rot="5400000">
              <a:off x="692652" y="4174932"/>
              <a:ext cx="12240" cy="1590096"/>
            </a:xfrm>
            <a:custGeom>
              <a:rect b="b" l="l" r="r" t="t"/>
              <a:pathLst>
                <a:path extrusionOk="0" h="27731" w="305">
                  <a:moveTo>
                    <a:pt x="0" y="1"/>
                  </a:moveTo>
                  <a:lnTo>
                    <a:pt x="0" y="27730"/>
                  </a:lnTo>
                  <a:lnTo>
                    <a:pt x="305" y="27730"/>
                  </a:lnTo>
                  <a:lnTo>
                    <a:pt x="305" y="1"/>
                  </a:lnTo>
                  <a:close/>
                </a:path>
              </a:pathLst>
            </a:custGeom>
            <a:gradFill>
              <a:gsLst>
                <a:gs pos="0">
                  <a:srgbClr val="9900FF">
                    <a:alpha val="47058"/>
                  </a:srgbClr>
                </a:gs>
                <a:gs pos="100000">
                  <a:srgbClr val="FFFFFF">
                    <a:alpha val="47058"/>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grpSp>
        <p:nvGrpSpPr>
          <p:cNvPr id="137" name="Google Shape;137;p5"/>
          <p:cNvGrpSpPr/>
          <p:nvPr/>
        </p:nvGrpSpPr>
        <p:grpSpPr>
          <a:xfrm>
            <a:off x="6883560" y="1385640"/>
            <a:ext cx="4028091" cy="5283413"/>
            <a:chOff x="6883560" y="1385640"/>
            <a:chExt cx="4028091" cy="5283413"/>
          </a:xfrm>
        </p:grpSpPr>
        <p:sp>
          <p:nvSpPr>
            <p:cNvPr id="138" name="Google Shape;138;p5"/>
            <p:cNvSpPr/>
            <p:nvPr/>
          </p:nvSpPr>
          <p:spPr>
            <a:xfrm>
              <a:off x="6883560" y="1407600"/>
              <a:ext cx="4006019" cy="4748712"/>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rgbClr val="0C0A9E"/>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39" name="Google Shape;139;p5"/>
            <p:cNvSpPr/>
            <p:nvPr/>
          </p:nvSpPr>
          <p:spPr>
            <a:xfrm>
              <a:off x="7842240" y="1385640"/>
              <a:ext cx="2925012" cy="3057482"/>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rgbClr val="0C0A9E"/>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40" name="Google Shape;140;p5"/>
            <p:cNvSpPr/>
            <p:nvPr/>
          </p:nvSpPr>
          <p:spPr>
            <a:xfrm>
              <a:off x="7734240" y="2571840"/>
              <a:ext cx="1420527" cy="2832839"/>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rgbClr val="0C0A9E"/>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41" name="Google Shape;141;p5"/>
            <p:cNvSpPr/>
            <p:nvPr/>
          </p:nvSpPr>
          <p:spPr>
            <a:xfrm>
              <a:off x="7758720" y="1550160"/>
              <a:ext cx="3152931" cy="5118893"/>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EB9109"/>
                </a:gs>
                <a:gs pos="78000">
                  <a:srgbClr val="F5F8FF"/>
                </a:gs>
                <a:gs pos="100000">
                  <a:srgbClr val="F5F8FF"/>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grpSp>
        <p:nvGrpSpPr>
          <p:cNvPr id="142" name="Google Shape;142;p5"/>
          <p:cNvGrpSpPr/>
          <p:nvPr/>
        </p:nvGrpSpPr>
        <p:grpSpPr>
          <a:xfrm>
            <a:off x="4597920" y="-1699200"/>
            <a:ext cx="5579640" cy="3202920"/>
            <a:chOff x="4597920" y="-1699200"/>
            <a:chExt cx="5579640" cy="3202920"/>
          </a:xfrm>
        </p:grpSpPr>
        <p:grpSp>
          <p:nvGrpSpPr>
            <p:cNvPr id="143" name="Google Shape;143;p5"/>
            <p:cNvGrpSpPr/>
            <p:nvPr/>
          </p:nvGrpSpPr>
          <p:grpSpPr>
            <a:xfrm>
              <a:off x="4696200" y="-306720"/>
              <a:ext cx="916209" cy="699864"/>
              <a:chOff x="4696200" y="-306720"/>
              <a:chExt cx="916209" cy="699864"/>
            </a:xfrm>
          </p:grpSpPr>
          <p:sp>
            <p:nvSpPr>
              <p:cNvPr id="144" name="Google Shape;144;p5"/>
              <p:cNvSpPr/>
              <p:nvPr/>
            </p:nvSpPr>
            <p:spPr>
              <a:xfrm>
                <a:off x="4899600" y="-25560"/>
                <a:ext cx="483489" cy="418704"/>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rgbClr val="F5F8FF"/>
                  </a:gs>
                  <a:gs pos="22000">
                    <a:srgbClr val="F5F8FF"/>
                  </a:gs>
                  <a:gs pos="45000">
                    <a:srgbClr val="FFFFFF">
                      <a:alpha val="0"/>
                    </a:srgbClr>
                  </a:gs>
                  <a:gs pos="100000">
                    <a:srgbClr val="0C0A9E">
                      <a:alpha val="50196"/>
                    </a:srgbClr>
                  </a:gs>
                </a:gsLst>
                <a:lin ang="269416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45" name="Google Shape;145;p5"/>
              <p:cNvSpPr/>
              <p:nvPr/>
            </p:nvSpPr>
            <p:spPr>
              <a:xfrm>
                <a:off x="4696200" y="-267120"/>
                <a:ext cx="483489" cy="418704"/>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rgbClr val="F5F8FF"/>
                  </a:gs>
                  <a:gs pos="22000">
                    <a:srgbClr val="F5F8FF"/>
                  </a:gs>
                  <a:gs pos="45000">
                    <a:srgbClr val="FFFFFF">
                      <a:alpha val="0"/>
                    </a:srgbClr>
                  </a:gs>
                  <a:gs pos="100000">
                    <a:srgbClr val="0C0A9E">
                      <a:alpha val="50196"/>
                    </a:srgbClr>
                  </a:gs>
                </a:gsLst>
                <a:lin ang="269416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46" name="Google Shape;146;p5"/>
              <p:cNvSpPr/>
              <p:nvPr/>
            </p:nvSpPr>
            <p:spPr>
              <a:xfrm>
                <a:off x="5128920" y="-306720"/>
                <a:ext cx="483489" cy="418704"/>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rgbClr val="F5F8FF"/>
                  </a:gs>
                  <a:gs pos="22000">
                    <a:srgbClr val="F5F8FF"/>
                  </a:gs>
                  <a:gs pos="45000">
                    <a:srgbClr val="FFFFFF">
                      <a:alpha val="0"/>
                    </a:srgbClr>
                  </a:gs>
                  <a:gs pos="100000">
                    <a:srgbClr val="0C0A9E">
                      <a:alpha val="50196"/>
                    </a:srgbClr>
                  </a:gs>
                </a:gsLst>
                <a:lin ang="269416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pic>
          <p:nvPicPr>
            <p:cNvPr id="147" name="Google Shape;147;p5"/>
            <p:cNvPicPr preferRelativeResize="0"/>
            <p:nvPr/>
          </p:nvPicPr>
          <p:blipFill rotWithShape="1">
            <a:blip r:embed="rId1">
              <a:alphaModFix/>
            </a:blip>
            <a:srcRect b="26173" l="16960" r="7121" t="24714"/>
            <a:stretch/>
          </p:blipFill>
          <p:spPr>
            <a:xfrm>
              <a:off x="5980680" y="-1699200"/>
              <a:ext cx="4196880" cy="3202920"/>
            </a:xfrm>
            <a:prstGeom prst="rect">
              <a:avLst/>
            </a:prstGeom>
            <a:noFill/>
            <a:ln>
              <a:noFill/>
            </a:ln>
          </p:spPr>
        </p:pic>
        <p:sp>
          <p:nvSpPr>
            <p:cNvPr id="148" name="Google Shape;148;p5"/>
            <p:cNvSpPr/>
            <p:nvPr/>
          </p:nvSpPr>
          <p:spPr>
            <a:xfrm rot="-5400000">
              <a:off x="5359347" y="-1211064"/>
              <a:ext cx="981357" cy="2307650"/>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EB9109"/>
                </a:gs>
                <a:gs pos="40000">
                  <a:srgbClr val="FF9900">
                    <a:alpha val="41176"/>
                  </a:srgbClr>
                </a:gs>
                <a:gs pos="100000">
                  <a:srgbClr val="FFFFFF">
                    <a:alpha val="0"/>
                  </a:srgbClr>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49" name="Google Shape;149;p5"/>
            <p:cNvSpPr/>
            <p:nvPr/>
          </p:nvSpPr>
          <p:spPr>
            <a:xfrm rot="-5400000">
              <a:off x="5358627" y="-1051584"/>
              <a:ext cx="981357" cy="2307650"/>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9900FF">
                    <a:alpha val="47058"/>
                  </a:srgbClr>
                </a:gs>
                <a:gs pos="100000">
                  <a:srgbClr val="FFFFFF">
                    <a:alpha val="0"/>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150" name="Google Shape;150;p5"/>
            <p:cNvGrpSpPr/>
            <p:nvPr/>
          </p:nvGrpSpPr>
          <p:grpSpPr>
            <a:xfrm>
              <a:off x="8399520" y="58320"/>
              <a:ext cx="1493314" cy="87840"/>
              <a:chOff x="8399520" y="58320"/>
              <a:chExt cx="1493314" cy="87840"/>
            </a:xfrm>
          </p:grpSpPr>
          <p:sp>
            <p:nvSpPr>
              <p:cNvPr id="151" name="Google Shape;151;p5"/>
              <p:cNvSpPr/>
              <p:nvPr/>
            </p:nvSpPr>
            <p:spPr>
              <a:xfrm rot="-5400000">
                <a:off x="9140057" y="-606617"/>
                <a:ext cx="12240" cy="1493314"/>
              </a:xfrm>
              <a:custGeom>
                <a:rect b="b" l="l" r="r" t="t"/>
                <a:pathLst>
                  <a:path extrusionOk="0" h="27731" w="306">
                    <a:moveTo>
                      <a:pt x="1" y="1"/>
                    </a:moveTo>
                    <a:lnTo>
                      <a:pt x="1" y="27730"/>
                    </a:lnTo>
                    <a:lnTo>
                      <a:pt x="305" y="27730"/>
                    </a:lnTo>
                    <a:lnTo>
                      <a:pt x="305" y="1"/>
                    </a:lnTo>
                    <a:close/>
                  </a:path>
                </a:pathLst>
              </a:custGeom>
              <a:gradFill>
                <a:gsLst>
                  <a:gs pos="0">
                    <a:srgbClr val="9900FF">
                      <a:alpha val="47058"/>
                    </a:srgbClr>
                  </a:gs>
                  <a:gs pos="100000">
                    <a:srgbClr val="FFFFFF">
                      <a:alpha val="47058"/>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52" name="Google Shape;152;p5"/>
              <p:cNvSpPr/>
              <p:nvPr/>
            </p:nvSpPr>
            <p:spPr>
              <a:xfrm rot="-5400000">
                <a:off x="9140057" y="-682217"/>
                <a:ext cx="12240" cy="1493314"/>
              </a:xfrm>
              <a:custGeom>
                <a:rect b="b" l="l" r="r" t="t"/>
                <a:pathLst>
                  <a:path extrusionOk="0" h="27731" w="305">
                    <a:moveTo>
                      <a:pt x="0" y="1"/>
                    </a:moveTo>
                    <a:lnTo>
                      <a:pt x="0" y="27730"/>
                    </a:lnTo>
                    <a:lnTo>
                      <a:pt x="305" y="27730"/>
                    </a:lnTo>
                    <a:lnTo>
                      <a:pt x="305" y="1"/>
                    </a:lnTo>
                    <a:close/>
                  </a:path>
                </a:pathLst>
              </a:custGeom>
              <a:gradFill>
                <a:gsLst>
                  <a:gs pos="0">
                    <a:srgbClr val="9900FF">
                      <a:alpha val="47058"/>
                    </a:srgbClr>
                  </a:gs>
                  <a:gs pos="100000">
                    <a:srgbClr val="FFFFFF">
                      <a:alpha val="47058"/>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grpSp>
          <p:nvGrpSpPr>
            <p:cNvPr id="153" name="Google Shape;153;p5"/>
            <p:cNvGrpSpPr/>
            <p:nvPr/>
          </p:nvGrpSpPr>
          <p:grpSpPr>
            <a:xfrm>
              <a:off x="4695480" y="-185040"/>
              <a:ext cx="254510" cy="254879"/>
              <a:chOff x="4695480" y="-185040"/>
              <a:chExt cx="254510" cy="254879"/>
            </a:xfrm>
          </p:grpSpPr>
          <p:sp>
            <p:nvSpPr>
              <p:cNvPr id="154" name="Google Shape;154;p5"/>
              <p:cNvSpPr/>
              <p:nvPr/>
            </p:nvSpPr>
            <p:spPr>
              <a:xfrm>
                <a:off x="4695480" y="-185040"/>
                <a:ext cx="89630" cy="89639"/>
              </a:xfrm>
              <a:custGeom>
                <a:rect b="b" l="l" r="r" t="t"/>
                <a:pathLst>
                  <a:path extrusionOk="0" h="9996" w="9995">
                    <a:moveTo>
                      <a:pt x="8593" y="1"/>
                    </a:moveTo>
                    <a:lnTo>
                      <a:pt x="0" y="8594"/>
                    </a:lnTo>
                    <a:lnTo>
                      <a:pt x="1402" y="9996"/>
                    </a:lnTo>
                    <a:lnTo>
                      <a:pt x="9995" y="1403"/>
                    </a:lnTo>
                    <a:lnTo>
                      <a:pt x="8593" y="1"/>
                    </a:lnTo>
                    <a:close/>
                  </a:path>
                </a:pathLst>
              </a:custGeom>
              <a:gradFill>
                <a:gsLst>
                  <a:gs pos="0">
                    <a:srgbClr val="EB9109">
                      <a:alpha val="47058"/>
                    </a:srgbClr>
                  </a:gs>
                  <a:gs pos="78000">
                    <a:srgbClr val="F5F8FF">
                      <a:alpha val="47058"/>
                    </a:srgbClr>
                  </a:gs>
                  <a:gs pos="100000">
                    <a:srgbClr val="F5F8FF">
                      <a:alpha val="47058"/>
                    </a:srgbClr>
                  </a:gs>
                </a:gsLst>
                <a:lin ang="0" scaled="0"/>
              </a:gradFill>
              <a:ln>
                <a:noFill/>
              </a:ln>
            </p:spPr>
            <p:txBody>
              <a:bodyPr anchorCtr="0" anchor="ctr" bIns="45000" lIns="91425" spcFirstLastPara="1" rIns="91425" wrap="square" tIns="45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55" name="Google Shape;155;p5"/>
              <p:cNvSpPr/>
              <p:nvPr/>
            </p:nvSpPr>
            <p:spPr>
              <a:xfrm>
                <a:off x="4722840" y="-157680"/>
                <a:ext cx="89639" cy="89630"/>
              </a:xfrm>
              <a:custGeom>
                <a:rect b="b" l="l" r="r" t="t"/>
                <a:pathLst>
                  <a:path extrusionOk="0" h="9995" w="9996">
                    <a:moveTo>
                      <a:pt x="8593" y="0"/>
                    </a:moveTo>
                    <a:lnTo>
                      <a:pt x="0" y="8593"/>
                    </a:lnTo>
                    <a:lnTo>
                      <a:pt x="1402" y="9995"/>
                    </a:lnTo>
                    <a:lnTo>
                      <a:pt x="9995" y="1402"/>
                    </a:lnTo>
                    <a:lnTo>
                      <a:pt x="8593" y="0"/>
                    </a:lnTo>
                    <a:close/>
                  </a:path>
                </a:pathLst>
              </a:custGeom>
              <a:gradFill>
                <a:gsLst>
                  <a:gs pos="0">
                    <a:srgbClr val="EB9109">
                      <a:alpha val="47058"/>
                    </a:srgbClr>
                  </a:gs>
                  <a:gs pos="78000">
                    <a:srgbClr val="F5F8FF">
                      <a:alpha val="47058"/>
                    </a:srgbClr>
                  </a:gs>
                  <a:gs pos="100000">
                    <a:srgbClr val="F5F8FF">
                      <a:alpha val="47058"/>
                    </a:srgbClr>
                  </a:gs>
                </a:gsLst>
                <a:lin ang="0" scaled="0"/>
              </a:gradFill>
              <a:ln>
                <a:noFill/>
              </a:ln>
            </p:spPr>
            <p:txBody>
              <a:bodyPr anchorCtr="0" anchor="ctr" bIns="45000" lIns="91425" spcFirstLastPara="1" rIns="91425" wrap="square" tIns="45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56" name="Google Shape;156;p5"/>
              <p:cNvSpPr/>
              <p:nvPr/>
            </p:nvSpPr>
            <p:spPr>
              <a:xfrm>
                <a:off x="4750560" y="-129960"/>
                <a:ext cx="89639" cy="89639"/>
              </a:xfrm>
              <a:custGeom>
                <a:rect b="b" l="l" r="r" t="t"/>
                <a:pathLst>
                  <a:path extrusionOk="0" h="9996" w="9996">
                    <a:moveTo>
                      <a:pt x="8594" y="0"/>
                    </a:moveTo>
                    <a:lnTo>
                      <a:pt x="1" y="8594"/>
                    </a:lnTo>
                    <a:lnTo>
                      <a:pt x="1403" y="9995"/>
                    </a:lnTo>
                    <a:lnTo>
                      <a:pt x="9996" y="1402"/>
                    </a:lnTo>
                    <a:lnTo>
                      <a:pt x="8594" y="0"/>
                    </a:lnTo>
                    <a:close/>
                  </a:path>
                </a:pathLst>
              </a:custGeom>
              <a:gradFill>
                <a:gsLst>
                  <a:gs pos="0">
                    <a:srgbClr val="EB9109">
                      <a:alpha val="47058"/>
                    </a:srgbClr>
                  </a:gs>
                  <a:gs pos="78000">
                    <a:srgbClr val="F5F8FF">
                      <a:alpha val="47058"/>
                    </a:srgbClr>
                  </a:gs>
                  <a:gs pos="100000">
                    <a:srgbClr val="F5F8FF">
                      <a:alpha val="47058"/>
                    </a:srgbClr>
                  </a:gs>
                </a:gsLst>
                <a:lin ang="0" scaled="0"/>
              </a:gradFill>
              <a:ln>
                <a:noFill/>
              </a:ln>
            </p:spPr>
            <p:txBody>
              <a:bodyPr anchorCtr="0" anchor="ctr" bIns="45000" lIns="91425" spcFirstLastPara="1" rIns="91425" wrap="square" tIns="45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57" name="Google Shape;157;p5"/>
              <p:cNvSpPr/>
              <p:nvPr/>
            </p:nvSpPr>
            <p:spPr>
              <a:xfrm>
                <a:off x="4777920" y="-102600"/>
                <a:ext cx="89630" cy="89629"/>
              </a:xfrm>
              <a:custGeom>
                <a:rect b="b" l="l" r="r" t="t"/>
                <a:pathLst>
                  <a:path extrusionOk="0" h="9981" w="9995">
                    <a:moveTo>
                      <a:pt x="8593" y="1"/>
                    </a:moveTo>
                    <a:lnTo>
                      <a:pt x="0" y="8579"/>
                    </a:lnTo>
                    <a:lnTo>
                      <a:pt x="1402" y="9980"/>
                    </a:lnTo>
                    <a:lnTo>
                      <a:pt x="9995" y="1387"/>
                    </a:lnTo>
                    <a:lnTo>
                      <a:pt x="8593" y="1"/>
                    </a:lnTo>
                    <a:close/>
                  </a:path>
                </a:pathLst>
              </a:custGeom>
              <a:gradFill>
                <a:gsLst>
                  <a:gs pos="0">
                    <a:srgbClr val="EB9109">
                      <a:alpha val="47058"/>
                    </a:srgbClr>
                  </a:gs>
                  <a:gs pos="78000">
                    <a:srgbClr val="F5F8FF">
                      <a:alpha val="47058"/>
                    </a:srgbClr>
                  </a:gs>
                  <a:gs pos="100000">
                    <a:srgbClr val="F5F8FF">
                      <a:alpha val="47058"/>
                    </a:srgbClr>
                  </a:gs>
                </a:gsLst>
                <a:lin ang="0" scaled="0"/>
              </a:gradFill>
              <a:ln>
                <a:noFill/>
              </a:ln>
            </p:spPr>
            <p:txBody>
              <a:bodyPr anchorCtr="0" anchor="ctr" bIns="45000" lIns="91425" spcFirstLastPara="1" rIns="91425" wrap="square" tIns="45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58" name="Google Shape;158;p5"/>
              <p:cNvSpPr/>
              <p:nvPr/>
            </p:nvSpPr>
            <p:spPr>
              <a:xfrm>
                <a:off x="4805280" y="-74880"/>
                <a:ext cx="89639" cy="89639"/>
              </a:xfrm>
              <a:custGeom>
                <a:rect b="b" l="l" r="r" t="t"/>
                <a:pathLst>
                  <a:path extrusionOk="0" h="9996" w="9996">
                    <a:moveTo>
                      <a:pt x="8593" y="0"/>
                    </a:moveTo>
                    <a:lnTo>
                      <a:pt x="0" y="8593"/>
                    </a:lnTo>
                    <a:lnTo>
                      <a:pt x="1402" y="9995"/>
                    </a:lnTo>
                    <a:lnTo>
                      <a:pt x="9995" y="1402"/>
                    </a:lnTo>
                    <a:lnTo>
                      <a:pt x="8593" y="0"/>
                    </a:lnTo>
                    <a:close/>
                  </a:path>
                </a:pathLst>
              </a:custGeom>
              <a:gradFill>
                <a:gsLst>
                  <a:gs pos="0">
                    <a:srgbClr val="EB9109">
                      <a:alpha val="47058"/>
                    </a:srgbClr>
                  </a:gs>
                  <a:gs pos="78000">
                    <a:srgbClr val="F5F8FF">
                      <a:alpha val="47058"/>
                    </a:srgbClr>
                  </a:gs>
                  <a:gs pos="100000">
                    <a:srgbClr val="F5F8FF">
                      <a:alpha val="47058"/>
                    </a:srgbClr>
                  </a:gs>
                </a:gsLst>
                <a:lin ang="0" scaled="0"/>
              </a:gradFill>
              <a:ln>
                <a:noFill/>
              </a:ln>
            </p:spPr>
            <p:txBody>
              <a:bodyPr anchorCtr="0" anchor="ctr" bIns="45000" lIns="91425" spcFirstLastPara="1" rIns="91425" wrap="square" tIns="45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59" name="Google Shape;159;p5"/>
              <p:cNvSpPr/>
              <p:nvPr/>
            </p:nvSpPr>
            <p:spPr>
              <a:xfrm>
                <a:off x="4833000" y="-47160"/>
                <a:ext cx="89645" cy="89629"/>
              </a:xfrm>
              <a:custGeom>
                <a:rect b="b" l="l" r="r" t="t"/>
                <a:pathLst>
                  <a:path extrusionOk="0" h="9981" w="9980">
                    <a:moveTo>
                      <a:pt x="8593" y="1"/>
                    </a:moveTo>
                    <a:lnTo>
                      <a:pt x="0" y="8594"/>
                    </a:lnTo>
                    <a:lnTo>
                      <a:pt x="1402" y="9980"/>
                    </a:lnTo>
                    <a:lnTo>
                      <a:pt x="9980" y="1402"/>
                    </a:lnTo>
                    <a:lnTo>
                      <a:pt x="8593" y="1"/>
                    </a:lnTo>
                    <a:close/>
                  </a:path>
                </a:pathLst>
              </a:custGeom>
              <a:gradFill>
                <a:gsLst>
                  <a:gs pos="0">
                    <a:srgbClr val="EB9109">
                      <a:alpha val="47058"/>
                    </a:srgbClr>
                  </a:gs>
                  <a:gs pos="78000">
                    <a:srgbClr val="F5F8FF">
                      <a:alpha val="47058"/>
                    </a:srgbClr>
                  </a:gs>
                  <a:gs pos="100000">
                    <a:srgbClr val="F5F8FF">
                      <a:alpha val="47058"/>
                    </a:srgbClr>
                  </a:gs>
                </a:gsLst>
                <a:lin ang="0" scaled="0"/>
              </a:gradFill>
              <a:ln>
                <a:noFill/>
              </a:ln>
            </p:spPr>
            <p:txBody>
              <a:bodyPr anchorCtr="0" anchor="ctr" bIns="45000" lIns="91425" spcFirstLastPara="1" rIns="91425" wrap="square" tIns="45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60" name="Google Shape;160;p5"/>
              <p:cNvSpPr/>
              <p:nvPr/>
            </p:nvSpPr>
            <p:spPr>
              <a:xfrm>
                <a:off x="4860360" y="-19800"/>
                <a:ext cx="89630" cy="89639"/>
              </a:xfrm>
              <a:custGeom>
                <a:rect b="b" l="l" r="r" t="t"/>
                <a:pathLst>
                  <a:path extrusionOk="0" h="9996" w="9995">
                    <a:moveTo>
                      <a:pt x="8593" y="1"/>
                    </a:moveTo>
                    <a:lnTo>
                      <a:pt x="0" y="8594"/>
                    </a:lnTo>
                    <a:lnTo>
                      <a:pt x="1402" y="9996"/>
                    </a:lnTo>
                    <a:lnTo>
                      <a:pt x="9995" y="1403"/>
                    </a:lnTo>
                    <a:lnTo>
                      <a:pt x="8593" y="1"/>
                    </a:lnTo>
                    <a:close/>
                  </a:path>
                </a:pathLst>
              </a:custGeom>
              <a:gradFill>
                <a:gsLst>
                  <a:gs pos="0">
                    <a:srgbClr val="EB9109">
                      <a:alpha val="47058"/>
                    </a:srgbClr>
                  </a:gs>
                  <a:gs pos="78000">
                    <a:srgbClr val="F5F8FF">
                      <a:alpha val="47058"/>
                    </a:srgbClr>
                  </a:gs>
                  <a:gs pos="100000">
                    <a:srgbClr val="F5F8FF">
                      <a:alpha val="47058"/>
                    </a:srgbClr>
                  </a:gs>
                </a:gsLst>
                <a:lin ang="0" scaled="0"/>
              </a:gradFill>
              <a:ln>
                <a:noFill/>
              </a:ln>
            </p:spPr>
            <p:txBody>
              <a:bodyPr anchorCtr="0" anchor="ctr" bIns="45000" lIns="91425" spcFirstLastPara="1" rIns="91425" wrap="square" tIns="45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grpSp>
          <p:nvGrpSpPr>
            <p:cNvPr id="161" name="Google Shape;161;p5"/>
            <p:cNvGrpSpPr/>
            <p:nvPr/>
          </p:nvGrpSpPr>
          <p:grpSpPr>
            <a:xfrm>
              <a:off x="4597920" y="-25560"/>
              <a:ext cx="254870" cy="254519"/>
              <a:chOff x="4597920" y="-25560"/>
              <a:chExt cx="254870" cy="254519"/>
            </a:xfrm>
          </p:grpSpPr>
          <p:sp>
            <p:nvSpPr>
              <p:cNvPr id="162" name="Google Shape;162;p5"/>
              <p:cNvSpPr/>
              <p:nvPr/>
            </p:nvSpPr>
            <p:spPr>
              <a:xfrm>
                <a:off x="4597920" y="-25560"/>
                <a:ext cx="89630" cy="89639"/>
              </a:xfrm>
              <a:custGeom>
                <a:rect b="b" l="l" r="r" t="t"/>
                <a:pathLst>
                  <a:path extrusionOk="0" h="9996" w="9995">
                    <a:moveTo>
                      <a:pt x="8593" y="1"/>
                    </a:moveTo>
                    <a:lnTo>
                      <a:pt x="0" y="8594"/>
                    </a:lnTo>
                    <a:lnTo>
                      <a:pt x="1402" y="9996"/>
                    </a:lnTo>
                    <a:lnTo>
                      <a:pt x="9995" y="1403"/>
                    </a:lnTo>
                    <a:lnTo>
                      <a:pt x="8593" y="1"/>
                    </a:lnTo>
                    <a:close/>
                  </a:path>
                </a:pathLst>
              </a:custGeom>
              <a:gradFill>
                <a:gsLst>
                  <a:gs pos="0">
                    <a:srgbClr val="EB9109">
                      <a:alpha val="47058"/>
                    </a:srgbClr>
                  </a:gs>
                  <a:gs pos="78000">
                    <a:srgbClr val="F5F8FF">
                      <a:alpha val="47058"/>
                    </a:srgbClr>
                  </a:gs>
                  <a:gs pos="100000">
                    <a:srgbClr val="F5F8FF">
                      <a:alpha val="47058"/>
                    </a:srgbClr>
                  </a:gs>
                </a:gsLst>
                <a:lin ang="0" scaled="0"/>
              </a:gradFill>
              <a:ln>
                <a:noFill/>
              </a:ln>
            </p:spPr>
            <p:txBody>
              <a:bodyPr anchorCtr="0" anchor="ctr" bIns="45000" lIns="91425" spcFirstLastPara="1" rIns="91425" wrap="square" tIns="45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63" name="Google Shape;163;p5"/>
              <p:cNvSpPr/>
              <p:nvPr/>
            </p:nvSpPr>
            <p:spPr>
              <a:xfrm>
                <a:off x="4625280" y="1800"/>
                <a:ext cx="89639" cy="89630"/>
              </a:xfrm>
              <a:custGeom>
                <a:rect b="b" l="l" r="r" t="t"/>
                <a:pathLst>
                  <a:path extrusionOk="0" h="9995" w="9996">
                    <a:moveTo>
                      <a:pt x="8593" y="0"/>
                    </a:moveTo>
                    <a:lnTo>
                      <a:pt x="0" y="8593"/>
                    </a:lnTo>
                    <a:lnTo>
                      <a:pt x="1402" y="9995"/>
                    </a:lnTo>
                    <a:lnTo>
                      <a:pt x="9995" y="1402"/>
                    </a:lnTo>
                    <a:lnTo>
                      <a:pt x="8593" y="0"/>
                    </a:lnTo>
                    <a:close/>
                  </a:path>
                </a:pathLst>
              </a:custGeom>
              <a:gradFill>
                <a:gsLst>
                  <a:gs pos="0">
                    <a:srgbClr val="EB9109">
                      <a:alpha val="47058"/>
                    </a:srgbClr>
                  </a:gs>
                  <a:gs pos="78000">
                    <a:srgbClr val="F5F8FF">
                      <a:alpha val="47058"/>
                    </a:srgbClr>
                  </a:gs>
                  <a:gs pos="100000">
                    <a:srgbClr val="F5F8FF">
                      <a:alpha val="47058"/>
                    </a:srgbClr>
                  </a:gs>
                </a:gsLst>
                <a:lin ang="0" scaled="0"/>
              </a:gradFill>
              <a:ln>
                <a:noFill/>
              </a:ln>
            </p:spPr>
            <p:txBody>
              <a:bodyPr anchorCtr="0" anchor="ctr" bIns="45000" lIns="91425" spcFirstLastPara="1" rIns="91425" wrap="square" tIns="45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64" name="Google Shape;164;p5"/>
              <p:cNvSpPr/>
              <p:nvPr/>
            </p:nvSpPr>
            <p:spPr>
              <a:xfrm>
                <a:off x="4653000" y="29160"/>
                <a:ext cx="89639" cy="89639"/>
              </a:xfrm>
              <a:custGeom>
                <a:rect b="b" l="l" r="r" t="t"/>
                <a:pathLst>
                  <a:path extrusionOk="0" h="9996" w="9996">
                    <a:moveTo>
                      <a:pt x="8594" y="0"/>
                    </a:moveTo>
                    <a:lnTo>
                      <a:pt x="1" y="8594"/>
                    </a:lnTo>
                    <a:lnTo>
                      <a:pt x="1403" y="9995"/>
                    </a:lnTo>
                    <a:lnTo>
                      <a:pt x="9996" y="1402"/>
                    </a:lnTo>
                    <a:lnTo>
                      <a:pt x="8594" y="0"/>
                    </a:lnTo>
                    <a:close/>
                  </a:path>
                </a:pathLst>
              </a:custGeom>
              <a:gradFill>
                <a:gsLst>
                  <a:gs pos="0">
                    <a:srgbClr val="EB9109">
                      <a:alpha val="47058"/>
                    </a:srgbClr>
                  </a:gs>
                  <a:gs pos="78000">
                    <a:srgbClr val="F5F8FF">
                      <a:alpha val="47058"/>
                    </a:srgbClr>
                  </a:gs>
                  <a:gs pos="100000">
                    <a:srgbClr val="F5F8FF">
                      <a:alpha val="47058"/>
                    </a:srgbClr>
                  </a:gs>
                </a:gsLst>
                <a:lin ang="0" scaled="0"/>
              </a:gradFill>
              <a:ln>
                <a:noFill/>
              </a:ln>
            </p:spPr>
            <p:txBody>
              <a:bodyPr anchorCtr="0" anchor="ctr" bIns="45000" lIns="91425" spcFirstLastPara="1" rIns="91425" wrap="square" tIns="45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65" name="Google Shape;165;p5"/>
              <p:cNvSpPr/>
              <p:nvPr/>
            </p:nvSpPr>
            <p:spPr>
              <a:xfrm>
                <a:off x="4680360" y="56880"/>
                <a:ext cx="89630" cy="89629"/>
              </a:xfrm>
              <a:custGeom>
                <a:rect b="b" l="l" r="r" t="t"/>
                <a:pathLst>
                  <a:path extrusionOk="0" h="9981" w="9995">
                    <a:moveTo>
                      <a:pt x="8593" y="1"/>
                    </a:moveTo>
                    <a:lnTo>
                      <a:pt x="0" y="8579"/>
                    </a:lnTo>
                    <a:lnTo>
                      <a:pt x="1402" y="9980"/>
                    </a:lnTo>
                    <a:lnTo>
                      <a:pt x="9995" y="1387"/>
                    </a:lnTo>
                    <a:lnTo>
                      <a:pt x="8593" y="1"/>
                    </a:lnTo>
                    <a:close/>
                  </a:path>
                </a:pathLst>
              </a:custGeom>
              <a:gradFill>
                <a:gsLst>
                  <a:gs pos="0">
                    <a:srgbClr val="EB9109">
                      <a:alpha val="47058"/>
                    </a:srgbClr>
                  </a:gs>
                  <a:gs pos="78000">
                    <a:srgbClr val="F5F8FF">
                      <a:alpha val="47058"/>
                    </a:srgbClr>
                  </a:gs>
                  <a:gs pos="100000">
                    <a:srgbClr val="F5F8FF">
                      <a:alpha val="47058"/>
                    </a:srgbClr>
                  </a:gs>
                </a:gsLst>
                <a:lin ang="0" scaled="0"/>
              </a:gradFill>
              <a:ln>
                <a:noFill/>
              </a:ln>
            </p:spPr>
            <p:txBody>
              <a:bodyPr anchorCtr="0" anchor="ctr" bIns="45000" lIns="91425" spcFirstLastPara="1" rIns="91425" wrap="square" tIns="45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66" name="Google Shape;166;p5"/>
              <p:cNvSpPr/>
              <p:nvPr/>
            </p:nvSpPr>
            <p:spPr>
              <a:xfrm>
                <a:off x="4708080" y="84600"/>
                <a:ext cx="89639" cy="89639"/>
              </a:xfrm>
              <a:custGeom>
                <a:rect b="b" l="l" r="r" t="t"/>
                <a:pathLst>
                  <a:path extrusionOk="0" h="9996" w="9996">
                    <a:moveTo>
                      <a:pt x="8593" y="0"/>
                    </a:moveTo>
                    <a:lnTo>
                      <a:pt x="0" y="8593"/>
                    </a:lnTo>
                    <a:lnTo>
                      <a:pt x="1402" y="9995"/>
                    </a:lnTo>
                    <a:lnTo>
                      <a:pt x="9995" y="1402"/>
                    </a:lnTo>
                    <a:lnTo>
                      <a:pt x="8593" y="0"/>
                    </a:lnTo>
                    <a:close/>
                  </a:path>
                </a:pathLst>
              </a:custGeom>
              <a:gradFill>
                <a:gsLst>
                  <a:gs pos="0">
                    <a:srgbClr val="EB9109">
                      <a:alpha val="47058"/>
                    </a:srgbClr>
                  </a:gs>
                  <a:gs pos="78000">
                    <a:srgbClr val="F5F8FF">
                      <a:alpha val="47058"/>
                    </a:srgbClr>
                  </a:gs>
                  <a:gs pos="100000">
                    <a:srgbClr val="F5F8FF">
                      <a:alpha val="47058"/>
                    </a:srgbClr>
                  </a:gs>
                </a:gsLst>
                <a:lin ang="0" scaled="0"/>
              </a:gradFill>
              <a:ln>
                <a:noFill/>
              </a:ln>
            </p:spPr>
            <p:txBody>
              <a:bodyPr anchorCtr="0" anchor="ctr" bIns="45000" lIns="91425" spcFirstLastPara="1" rIns="91425" wrap="square" tIns="45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67" name="Google Shape;167;p5"/>
              <p:cNvSpPr/>
              <p:nvPr/>
            </p:nvSpPr>
            <p:spPr>
              <a:xfrm>
                <a:off x="4735800" y="111960"/>
                <a:ext cx="89645" cy="89629"/>
              </a:xfrm>
              <a:custGeom>
                <a:rect b="b" l="l" r="r" t="t"/>
                <a:pathLst>
                  <a:path extrusionOk="0" h="9981" w="9980">
                    <a:moveTo>
                      <a:pt x="8593" y="1"/>
                    </a:moveTo>
                    <a:lnTo>
                      <a:pt x="0" y="8594"/>
                    </a:lnTo>
                    <a:lnTo>
                      <a:pt x="1402" y="9980"/>
                    </a:lnTo>
                    <a:lnTo>
                      <a:pt x="9980" y="1402"/>
                    </a:lnTo>
                    <a:lnTo>
                      <a:pt x="8593" y="1"/>
                    </a:lnTo>
                    <a:close/>
                  </a:path>
                </a:pathLst>
              </a:custGeom>
              <a:gradFill>
                <a:gsLst>
                  <a:gs pos="0">
                    <a:srgbClr val="EB9109">
                      <a:alpha val="47058"/>
                    </a:srgbClr>
                  </a:gs>
                  <a:gs pos="78000">
                    <a:srgbClr val="F5F8FF">
                      <a:alpha val="47058"/>
                    </a:srgbClr>
                  </a:gs>
                  <a:gs pos="100000">
                    <a:srgbClr val="F5F8FF">
                      <a:alpha val="47058"/>
                    </a:srgbClr>
                  </a:gs>
                </a:gsLst>
                <a:lin ang="0" scaled="0"/>
              </a:gradFill>
              <a:ln>
                <a:noFill/>
              </a:ln>
            </p:spPr>
            <p:txBody>
              <a:bodyPr anchorCtr="0" anchor="ctr" bIns="45000" lIns="91425" spcFirstLastPara="1" rIns="91425" wrap="square" tIns="45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68" name="Google Shape;168;p5"/>
              <p:cNvSpPr/>
              <p:nvPr/>
            </p:nvSpPr>
            <p:spPr>
              <a:xfrm>
                <a:off x="4763160" y="139320"/>
                <a:ext cx="89630" cy="89639"/>
              </a:xfrm>
              <a:custGeom>
                <a:rect b="b" l="l" r="r" t="t"/>
                <a:pathLst>
                  <a:path extrusionOk="0" h="9996" w="9995">
                    <a:moveTo>
                      <a:pt x="8593" y="1"/>
                    </a:moveTo>
                    <a:lnTo>
                      <a:pt x="0" y="8594"/>
                    </a:lnTo>
                    <a:lnTo>
                      <a:pt x="1402" y="9996"/>
                    </a:lnTo>
                    <a:lnTo>
                      <a:pt x="9995" y="1403"/>
                    </a:lnTo>
                    <a:lnTo>
                      <a:pt x="8593" y="1"/>
                    </a:lnTo>
                    <a:close/>
                  </a:path>
                </a:pathLst>
              </a:custGeom>
              <a:gradFill>
                <a:gsLst>
                  <a:gs pos="0">
                    <a:srgbClr val="EB9109">
                      <a:alpha val="47058"/>
                    </a:srgbClr>
                  </a:gs>
                  <a:gs pos="78000">
                    <a:srgbClr val="F5F8FF">
                      <a:alpha val="47058"/>
                    </a:srgbClr>
                  </a:gs>
                  <a:gs pos="100000">
                    <a:srgbClr val="F5F8FF">
                      <a:alpha val="47058"/>
                    </a:srgbClr>
                  </a:gs>
                </a:gsLst>
                <a:lin ang="0" scaled="0"/>
              </a:gradFill>
              <a:ln>
                <a:noFill/>
              </a:ln>
            </p:spPr>
            <p:txBody>
              <a:bodyPr anchorCtr="0" anchor="ctr" bIns="45000" lIns="91425" spcFirstLastPara="1" rIns="91425" wrap="square" tIns="450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grpSp>
      <p:sp>
        <p:nvSpPr>
          <p:cNvPr id="169" name="Google Shape;169;p5"/>
          <p:cNvSpPr txBox="1"/>
          <p:nvPr>
            <p:ph idx="1" type="body"/>
          </p:nvPr>
        </p:nvSpPr>
        <p:spPr>
          <a:xfrm>
            <a:off x="457200" y="1203480"/>
            <a:ext cx="8229300" cy="2982900"/>
          </a:xfrm>
          <a:prstGeom prst="rect">
            <a:avLst/>
          </a:prstGeom>
          <a:noFill/>
          <a:ln>
            <a:noFill/>
          </a:ln>
        </p:spPr>
        <p:txBody>
          <a:bodyPr anchorCtr="0" anchor="t" bIns="0" lIns="0" spcFirstLastPara="1" rIns="0" wrap="square" tIns="0">
            <a:normAutofit/>
          </a:bodyPr>
          <a:lstStyle>
            <a:lvl1pPr indent="-228600" lvl="0" marL="457200" marR="0" algn="l">
              <a:spcBef>
                <a:spcPts val="0"/>
              </a:spcBef>
              <a:spcAft>
                <a:spcPts val="0"/>
              </a:spcAft>
              <a:buSzPts val="1400"/>
              <a:buNone/>
              <a:defRPr b="0" i="0" sz="1800" u="none" cap="none" strike="noStrike"/>
            </a:lvl1pPr>
            <a:lvl2pPr indent="-228600" lvl="1" marL="914400" marR="0" algn="l">
              <a:spcBef>
                <a:spcPts val="0"/>
              </a:spcBef>
              <a:spcAft>
                <a:spcPts val="0"/>
              </a:spcAft>
              <a:buSzPts val="1400"/>
              <a:buNone/>
              <a:defRPr b="0" i="0" sz="1800" u="none" cap="none" strike="noStrike"/>
            </a:lvl2pPr>
            <a:lvl3pPr indent="-228600" lvl="2" marL="1371600" marR="0" algn="l">
              <a:spcBef>
                <a:spcPts val="0"/>
              </a:spcBef>
              <a:spcAft>
                <a:spcPts val="0"/>
              </a:spcAft>
              <a:buSzPts val="1400"/>
              <a:buNone/>
              <a:defRPr b="0" i="0" sz="1800" u="none" cap="none" strike="noStrike"/>
            </a:lvl3pPr>
            <a:lvl4pPr indent="-228600" lvl="3" marL="1828800" marR="0" algn="l">
              <a:spcBef>
                <a:spcPts val="0"/>
              </a:spcBef>
              <a:spcAft>
                <a:spcPts val="0"/>
              </a:spcAft>
              <a:buSzPts val="1400"/>
              <a:buNone/>
              <a:defRPr b="0" i="0" sz="1800" u="none" cap="none" strike="noStrike"/>
            </a:lvl4pPr>
            <a:lvl5pPr indent="-228600" lvl="4" marL="2286000" marR="0" algn="l">
              <a:spcBef>
                <a:spcPts val="0"/>
              </a:spcBef>
              <a:spcAft>
                <a:spcPts val="0"/>
              </a:spcAft>
              <a:buSzPts val="1400"/>
              <a:buNone/>
              <a:defRPr b="0" i="0" sz="1800" u="none" cap="none" strike="noStrike"/>
            </a:lvl5pPr>
            <a:lvl6pPr indent="-228600" lvl="5" marL="2743200" marR="0" algn="l">
              <a:spcBef>
                <a:spcPts val="0"/>
              </a:spcBef>
              <a:spcAft>
                <a:spcPts val="0"/>
              </a:spcAft>
              <a:buSzPts val="1400"/>
              <a:buNone/>
              <a:defRPr b="0" i="0" sz="1800" u="none" cap="none" strike="noStrike"/>
            </a:lvl6pPr>
            <a:lvl7pPr indent="-228600" lvl="6" marL="3200400" marR="0" algn="l">
              <a:spcBef>
                <a:spcPts val="0"/>
              </a:spcBef>
              <a:spcAft>
                <a:spcPts val="0"/>
              </a:spcAft>
              <a:buSzPts val="1400"/>
              <a:buNone/>
              <a:defRPr b="0" i="0" sz="1800" u="none" cap="none" strike="noStrike"/>
            </a:lvl7pPr>
            <a:lvl8pPr indent="-228600" lvl="7" marL="3657600" marR="0" algn="l">
              <a:spcBef>
                <a:spcPts val="0"/>
              </a:spcBef>
              <a:spcAft>
                <a:spcPts val="0"/>
              </a:spcAft>
              <a:buSzPts val="1400"/>
              <a:buNone/>
              <a:defRPr b="0" i="0" sz="1800" u="none" cap="none" strike="noStrike"/>
            </a:lvl8pPr>
            <a:lvl9pPr indent="-228600" lvl="8" marL="4114800" marR="0" algn="l">
              <a:spcBef>
                <a:spcPts val="0"/>
              </a:spcBef>
              <a:spcAft>
                <a:spcPts val="0"/>
              </a:spcAft>
              <a:buSzPts val="1400"/>
              <a:buNone/>
              <a:defRPr b="0" i="0" sz="1800" u="none" cap="none" strike="noStrike"/>
            </a:lvl9pPr>
          </a:lstStyle>
          <a:p/>
        </p:txBody>
      </p:sp>
    </p:spTree>
  </p:cSld>
  <p:clrMap accent1="accent1" accent2="accent2" accent3="accent3" accent4="accent4" accent5="accent5" accent6="accent6" bg1="lt1" bg2="dk2" tx1="dk1" tx2="lt2" folHlink="folHlink" hlink="hlink"/>
  <p:sldLayoutIdLst>
    <p:sldLayoutId id="2147483650"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4" name="Shape 174"/>
        <p:cNvGrpSpPr/>
        <p:nvPr/>
      </p:nvGrpSpPr>
      <p:grpSpPr>
        <a:xfrm>
          <a:off x="0" y="0"/>
          <a:ext cx="0" cy="0"/>
          <a:chOff x="0" y="0"/>
          <a:chExt cx="0" cy="0"/>
        </a:xfrm>
      </p:grpSpPr>
      <p:sp>
        <p:nvSpPr>
          <p:cNvPr id="175" name="Google Shape;175;p7"/>
          <p:cNvSpPr txBox="1"/>
          <p:nvPr>
            <p:ph idx="1" type="subTitle"/>
          </p:nvPr>
        </p:nvSpPr>
        <p:spPr>
          <a:xfrm>
            <a:off x="1095475" y="3457450"/>
            <a:ext cx="6200100" cy="773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1150">
                <a:latin typeface="Poppins Medium"/>
                <a:ea typeface="Poppins Medium"/>
                <a:cs typeface="Poppins Medium"/>
                <a:sym typeface="Poppins Medium"/>
              </a:rPr>
              <a:t>CPSC 351: Operating Systems Concepts</a:t>
            </a:r>
            <a:endParaRPr sz="1150">
              <a:latin typeface="Poppins Medium"/>
              <a:ea typeface="Poppins Medium"/>
              <a:cs typeface="Poppins Medium"/>
              <a:sym typeface="Poppins Medium"/>
            </a:endParaRPr>
          </a:p>
          <a:p>
            <a:pPr indent="0" lvl="0" marL="0" rtl="0" algn="l">
              <a:lnSpc>
                <a:spcPct val="115000"/>
              </a:lnSpc>
              <a:spcBef>
                <a:spcPts val="0"/>
              </a:spcBef>
              <a:spcAft>
                <a:spcPts val="0"/>
              </a:spcAft>
              <a:buNone/>
            </a:pPr>
            <a:r>
              <a:rPr lang="en-US" sz="1150">
                <a:latin typeface="Poppins Medium"/>
                <a:ea typeface="Poppins Medium"/>
                <a:cs typeface="Poppins Medium"/>
                <a:sym typeface="Poppins Medium"/>
              </a:rPr>
              <a:t>Professor Sameer Nagar</a:t>
            </a:r>
            <a:endParaRPr sz="1150">
              <a:latin typeface="Poppins Medium"/>
              <a:ea typeface="Poppins Medium"/>
              <a:cs typeface="Poppins Medium"/>
              <a:sym typeface="Poppins Medium"/>
            </a:endParaRPr>
          </a:p>
          <a:p>
            <a:pPr indent="0" lvl="0" marL="0" rtl="0" algn="l">
              <a:lnSpc>
                <a:spcPct val="115000"/>
              </a:lnSpc>
              <a:spcBef>
                <a:spcPts val="0"/>
              </a:spcBef>
              <a:spcAft>
                <a:spcPts val="0"/>
              </a:spcAft>
              <a:buNone/>
            </a:pPr>
            <a:r>
              <a:rPr lang="en-US" sz="1150">
                <a:latin typeface="Poppins Medium"/>
                <a:ea typeface="Poppins Medium"/>
                <a:cs typeface="Poppins Medium"/>
                <a:sym typeface="Poppins Medium"/>
              </a:rPr>
              <a:t>Eric Tran, Ernesto Gomez, Marinah Rubalcaba, Yash Patel, Aiden Hosanna</a:t>
            </a:r>
            <a:endParaRPr sz="1150">
              <a:latin typeface="Poppins Medium"/>
              <a:ea typeface="Poppins Medium"/>
              <a:cs typeface="Poppins Medium"/>
              <a:sym typeface="Poppins Medium"/>
            </a:endParaRPr>
          </a:p>
        </p:txBody>
      </p:sp>
      <p:sp>
        <p:nvSpPr>
          <p:cNvPr id="176" name="Google Shape;176;p7"/>
          <p:cNvSpPr txBox="1"/>
          <p:nvPr>
            <p:ph type="title"/>
          </p:nvPr>
        </p:nvSpPr>
        <p:spPr>
          <a:xfrm>
            <a:off x="1095475" y="2369625"/>
            <a:ext cx="7686000" cy="773100"/>
          </a:xfrm>
          <a:prstGeom prst="rect">
            <a:avLst/>
          </a:prstGeom>
          <a:noFill/>
          <a:ln>
            <a:noFill/>
          </a:ln>
        </p:spPr>
        <p:txBody>
          <a:bodyPr anchorCtr="0" anchor="b" bIns="91425" lIns="91425" spcFirstLastPara="1" rIns="91425" wrap="square" tIns="91425">
            <a:normAutofit fontScale="90000"/>
          </a:bodyPr>
          <a:lstStyle/>
          <a:p>
            <a:pPr indent="0" lvl="0" marL="0" rtl="0" algn="l">
              <a:lnSpc>
                <a:spcPct val="115000"/>
              </a:lnSpc>
              <a:spcBef>
                <a:spcPts val="0"/>
              </a:spcBef>
              <a:spcAft>
                <a:spcPts val="0"/>
              </a:spcAft>
              <a:buClr>
                <a:schemeClr val="dk2"/>
              </a:buClr>
              <a:buSzPct val="128571"/>
              <a:buFont typeface="IBM Plex Mono"/>
              <a:buNone/>
            </a:pPr>
            <a:r>
              <a:rPr b="1" lang="en-US" sz="3500">
                <a:solidFill>
                  <a:schemeClr val="dk2"/>
                </a:solidFill>
                <a:latin typeface="IBM Plex Mono"/>
                <a:ea typeface="IBM Plex Mono"/>
                <a:cs typeface="IBM Plex Mono"/>
                <a:sym typeface="IBM Plex Mono"/>
              </a:rPr>
              <a:t>Time Sharing in Action: Disneyland Ride Queues</a:t>
            </a:r>
            <a:endParaRPr b="0" sz="3500" u="none" strike="noStrike">
              <a:solidFill>
                <a:schemeClr val="dk1"/>
              </a:solidFill>
              <a:latin typeface="Arial"/>
              <a:ea typeface="Arial"/>
              <a:cs typeface="Arial"/>
              <a:sym typeface="Arial"/>
            </a:endParaRPr>
          </a:p>
        </p:txBody>
      </p:sp>
      <p:grpSp>
        <p:nvGrpSpPr>
          <p:cNvPr id="177" name="Google Shape;177;p7"/>
          <p:cNvGrpSpPr/>
          <p:nvPr/>
        </p:nvGrpSpPr>
        <p:grpSpPr>
          <a:xfrm>
            <a:off x="1096560" y="3242880"/>
            <a:ext cx="3936600" cy="133560"/>
            <a:chOff x="1096560" y="3242880"/>
            <a:chExt cx="3936600" cy="133560"/>
          </a:xfrm>
        </p:grpSpPr>
        <p:cxnSp>
          <p:nvCxnSpPr>
            <p:cNvPr id="178" name="Google Shape;178;p7"/>
            <p:cNvCxnSpPr/>
            <p:nvPr/>
          </p:nvCxnSpPr>
          <p:spPr>
            <a:xfrm>
              <a:off x="1096560" y="3309840"/>
              <a:ext cx="3841200" cy="360"/>
            </a:xfrm>
            <a:prstGeom prst="straightConnector1">
              <a:avLst/>
            </a:prstGeom>
            <a:noFill/>
            <a:ln cap="flat" cmpd="sng" w="9525">
              <a:solidFill>
                <a:srgbClr val="0C0A9E"/>
              </a:solidFill>
              <a:prstDash val="solid"/>
              <a:round/>
              <a:headEnd len="sm" w="sm" type="none"/>
              <a:tailEnd len="sm" w="sm" type="none"/>
            </a:ln>
          </p:spPr>
        </p:cxnSp>
        <p:grpSp>
          <p:nvGrpSpPr>
            <p:cNvPr id="179" name="Google Shape;179;p7"/>
            <p:cNvGrpSpPr/>
            <p:nvPr/>
          </p:nvGrpSpPr>
          <p:grpSpPr>
            <a:xfrm>
              <a:off x="4899600" y="3242880"/>
              <a:ext cx="133560" cy="133560"/>
              <a:chOff x="4899600" y="3242880"/>
              <a:chExt cx="133560" cy="133560"/>
            </a:xfrm>
          </p:grpSpPr>
          <p:sp>
            <p:nvSpPr>
              <p:cNvPr id="180" name="Google Shape;180;p7"/>
              <p:cNvSpPr/>
              <p:nvPr/>
            </p:nvSpPr>
            <p:spPr>
              <a:xfrm>
                <a:off x="4929480" y="3273120"/>
                <a:ext cx="73440" cy="73440"/>
              </a:xfrm>
              <a:prstGeom prst="ellipse">
                <a:avLst/>
              </a:prstGeom>
              <a:solidFill>
                <a:schemeClr val="dk2"/>
              </a:solidFill>
              <a:ln>
                <a:noFill/>
              </a:ln>
            </p:spPr>
            <p:txBody>
              <a:bodyPr anchorCtr="0" anchor="ctr" bIns="25900" lIns="91425" spcFirstLastPara="1" rIns="91425" wrap="square" tIns="259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81" name="Google Shape;181;p7"/>
              <p:cNvSpPr/>
              <p:nvPr/>
            </p:nvSpPr>
            <p:spPr>
              <a:xfrm>
                <a:off x="4899600" y="3242880"/>
                <a:ext cx="133560" cy="133560"/>
              </a:xfrm>
              <a:prstGeom prst="ellipse">
                <a:avLst/>
              </a:prstGeom>
              <a:noFill/>
              <a:ln cap="flat" cmpd="sng" w="9525">
                <a:solidFill>
                  <a:srgbClr val="0C0A9E"/>
                </a:solidFill>
                <a:prstDash val="solid"/>
                <a:round/>
                <a:headEnd len="sm" w="sm" type="none"/>
                <a:tailEnd len="sm" w="sm" type="none"/>
              </a:ln>
            </p:spPr>
            <p:txBody>
              <a:bodyPr anchorCtr="0" anchor="ctr" bIns="47150" lIns="91425" spcFirstLastPara="1" rIns="91425" wrap="square" tIns="471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grpSp>
      <p:grpSp>
        <p:nvGrpSpPr>
          <p:cNvPr id="182" name="Google Shape;182;p7"/>
          <p:cNvGrpSpPr/>
          <p:nvPr/>
        </p:nvGrpSpPr>
        <p:grpSpPr>
          <a:xfrm>
            <a:off x="8017920" y="-313560"/>
            <a:ext cx="133560" cy="1890360"/>
            <a:chOff x="8017920" y="-313560"/>
            <a:chExt cx="133560" cy="1890360"/>
          </a:xfrm>
        </p:grpSpPr>
        <p:sp>
          <p:nvSpPr>
            <p:cNvPr id="183" name="Google Shape;183;p7"/>
            <p:cNvSpPr/>
            <p:nvPr/>
          </p:nvSpPr>
          <p:spPr>
            <a:xfrm rot="5400000">
              <a:off x="8017920" y="1443240"/>
              <a:ext cx="133560" cy="133560"/>
            </a:xfrm>
            <a:prstGeom prst="ellipse">
              <a:avLst/>
            </a:prstGeom>
            <a:noFill/>
            <a:ln cap="flat" cmpd="sng" w="9525">
              <a:solidFill>
                <a:srgbClr val="0C0A9E"/>
              </a:solidFill>
              <a:prstDash val="solid"/>
              <a:round/>
              <a:headEnd len="sm" w="sm" type="none"/>
              <a:tailEnd len="sm" w="sm" type="none"/>
            </a:ln>
          </p:spPr>
          <p:txBody>
            <a:bodyPr anchorCtr="0" anchor="ctr" bIns="47150" lIns="91425" spcFirstLastPara="1" rIns="91425" wrap="square" tIns="471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cxnSp>
          <p:nvCxnSpPr>
            <p:cNvPr id="184" name="Google Shape;184;p7"/>
            <p:cNvCxnSpPr/>
            <p:nvPr/>
          </p:nvCxnSpPr>
          <p:spPr>
            <a:xfrm>
              <a:off x="8084160" y="-313560"/>
              <a:ext cx="360" cy="1794960"/>
            </a:xfrm>
            <a:prstGeom prst="straightConnector1">
              <a:avLst/>
            </a:prstGeom>
            <a:noFill/>
            <a:ln cap="flat" cmpd="sng" w="9525">
              <a:solidFill>
                <a:srgbClr val="0C0A9E"/>
              </a:solidFill>
              <a:prstDash val="solid"/>
              <a:round/>
              <a:headEnd len="sm" w="sm" type="none"/>
              <a:tailEnd len="sm" w="sm" type="none"/>
            </a:ln>
          </p:spPr>
        </p:cxnSp>
        <p:sp>
          <p:nvSpPr>
            <p:cNvPr id="185" name="Google Shape;185;p7"/>
            <p:cNvSpPr/>
            <p:nvPr/>
          </p:nvSpPr>
          <p:spPr>
            <a:xfrm rot="5400000">
              <a:off x="8047800" y="1473480"/>
              <a:ext cx="73440" cy="73440"/>
            </a:xfrm>
            <a:prstGeom prst="ellipse">
              <a:avLst/>
            </a:prstGeom>
            <a:solidFill>
              <a:schemeClr val="dk2"/>
            </a:solidFill>
            <a:ln>
              <a:noFill/>
            </a:ln>
          </p:spPr>
          <p:txBody>
            <a:bodyPr anchorCtr="0" anchor="ctr" bIns="25900" lIns="91425" spcFirstLastPara="1" rIns="91425" wrap="square" tIns="259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grpSp>
        <p:nvGrpSpPr>
          <p:cNvPr id="186" name="Google Shape;186;p7"/>
          <p:cNvGrpSpPr/>
          <p:nvPr/>
        </p:nvGrpSpPr>
        <p:grpSpPr>
          <a:xfrm>
            <a:off x="6309360" y="957600"/>
            <a:ext cx="3504780" cy="5118840"/>
            <a:chOff x="6309360" y="957600"/>
            <a:chExt cx="3504780" cy="5118840"/>
          </a:xfrm>
        </p:grpSpPr>
        <p:sp>
          <p:nvSpPr>
            <p:cNvPr id="187" name="Google Shape;187;p7"/>
            <p:cNvSpPr/>
            <p:nvPr/>
          </p:nvSpPr>
          <p:spPr>
            <a:xfrm>
              <a:off x="6309360" y="957600"/>
              <a:ext cx="3152880" cy="5118840"/>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7058"/>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188" name="Google Shape;188;p7"/>
            <p:cNvGrpSpPr/>
            <p:nvPr/>
          </p:nvGrpSpPr>
          <p:grpSpPr>
            <a:xfrm>
              <a:off x="7728480" y="3644640"/>
              <a:ext cx="133560" cy="133560"/>
              <a:chOff x="7728480" y="3644640"/>
              <a:chExt cx="133560" cy="133560"/>
            </a:xfrm>
          </p:grpSpPr>
          <p:sp>
            <p:nvSpPr>
              <p:cNvPr id="189" name="Google Shape;189;p7"/>
              <p:cNvSpPr/>
              <p:nvPr/>
            </p:nvSpPr>
            <p:spPr>
              <a:xfrm>
                <a:off x="7728480" y="3644640"/>
                <a:ext cx="133560" cy="133560"/>
              </a:xfrm>
              <a:prstGeom prst="ellipse">
                <a:avLst/>
              </a:prstGeom>
              <a:noFill/>
              <a:ln cap="flat" cmpd="sng" w="9525">
                <a:solidFill>
                  <a:srgbClr val="8208D5"/>
                </a:solidFill>
                <a:prstDash val="solid"/>
                <a:round/>
                <a:headEnd len="sm" w="sm" type="none"/>
                <a:tailEnd len="sm" w="sm" type="none"/>
              </a:ln>
            </p:spPr>
            <p:txBody>
              <a:bodyPr anchorCtr="0" anchor="ctr" bIns="47150" lIns="91425" spcFirstLastPara="1" rIns="91425" wrap="square" tIns="471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90" name="Google Shape;190;p7"/>
              <p:cNvSpPr/>
              <p:nvPr/>
            </p:nvSpPr>
            <p:spPr>
              <a:xfrm>
                <a:off x="7747200" y="3663360"/>
                <a:ext cx="95760" cy="95760"/>
              </a:xfrm>
              <a:prstGeom prst="ellipse">
                <a:avLst/>
              </a:prstGeom>
              <a:gradFill>
                <a:gsLst>
                  <a:gs pos="0">
                    <a:srgbClr val="9900FF">
                      <a:alpha val="47058"/>
                    </a:srgbClr>
                  </a:gs>
                  <a:gs pos="100000">
                    <a:srgbClr val="FFFFFF">
                      <a:alpha val="0"/>
                    </a:srgbClr>
                  </a:gs>
                </a:gsLst>
                <a:path path="circle">
                  <a:fillToRect b="50%" l="50%" r="50%" t="50%"/>
                </a:path>
                <a:tileRect/>
              </a:gradFill>
              <a:ln>
                <a:noFill/>
              </a:ln>
            </p:spPr>
            <p:txBody>
              <a:bodyPr anchorCtr="0" anchor="ctr" bIns="33825" lIns="91425" spcFirstLastPara="1" rIns="91425" wrap="square" tIns="338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grpSp>
          <p:nvGrpSpPr>
            <p:cNvPr id="191" name="Google Shape;191;p7"/>
            <p:cNvGrpSpPr/>
            <p:nvPr/>
          </p:nvGrpSpPr>
          <p:grpSpPr>
            <a:xfrm>
              <a:off x="7344360" y="3270960"/>
              <a:ext cx="133560" cy="133560"/>
              <a:chOff x="7344360" y="3270960"/>
              <a:chExt cx="133560" cy="133560"/>
            </a:xfrm>
          </p:grpSpPr>
          <p:sp>
            <p:nvSpPr>
              <p:cNvPr id="192" name="Google Shape;192;p7"/>
              <p:cNvSpPr/>
              <p:nvPr/>
            </p:nvSpPr>
            <p:spPr>
              <a:xfrm>
                <a:off x="7344360" y="3270960"/>
                <a:ext cx="133560" cy="133560"/>
              </a:xfrm>
              <a:prstGeom prst="ellipse">
                <a:avLst/>
              </a:prstGeom>
              <a:noFill/>
              <a:ln cap="flat" cmpd="sng" w="9525">
                <a:solidFill>
                  <a:srgbClr val="8208D5"/>
                </a:solidFill>
                <a:prstDash val="solid"/>
                <a:round/>
                <a:headEnd len="sm" w="sm" type="none"/>
                <a:tailEnd len="sm" w="sm" type="none"/>
              </a:ln>
            </p:spPr>
            <p:txBody>
              <a:bodyPr anchorCtr="0" anchor="ctr" bIns="47150" lIns="91425" spcFirstLastPara="1" rIns="91425" wrap="square" tIns="471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93" name="Google Shape;193;p7"/>
              <p:cNvSpPr/>
              <p:nvPr/>
            </p:nvSpPr>
            <p:spPr>
              <a:xfrm>
                <a:off x="7363440" y="3289680"/>
                <a:ext cx="95760" cy="95760"/>
              </a:xfrm>
              <a:prstGeom prst="ellipse">
                <a:avLst/>
              </a:prstGeom>
              <a:gradFill>
                <a:gsLst>
                  <a:gs pos="0">
                    <a:srgbClr val="9900FF">
                      <a:alpha val="47058"/>
                    </a:srgbClr>
                  </a:gs>
                  <a:gs pos="100000">
                    <a:srgbClr val="FFFFFF">
                      <a:alpha val="0"/>
                    </a:srgbClr>
                  </a:gs>
                </a:gsLst>
                <a:path path="circle">
                  <a:fillToRect b="50%" l="50%" r="50%" t="50%"/>
                </a:path>
                <a:tileRect/>
              </a:gradFill>
              <a:ln>
                <a:noFill/>
              </a:ln>
            </p:spPr>
            <p:txBody>
              <a:bodyPr anchorCtr="0" anchor="ctr" bIns="33825" lIns="91425" spcFirstLastPara="1" rIns="91425" wrap="square" tIns="338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grpSp>
          <p:nvGrpSpPr>
            <p:cNvPr id="194" name="Google Shape;194;p7"/>
            <p:cNvGrpSpPr/>
            <p:nvPr/>
          </p:nvGrpSpPr>
          <p:grpSpPr>
            <a:xfrm>
              <a:off x="8337960" y="2584440"/>
              <a:ext cx="133560" cy="133560"/>
              <a:chOff x="8337960" y="2584440"/>
              <a:chExt cx="133560" cy="133560"/>
            </a:xfrm>
          </p:grpSpPr>
          <p:sp>
            <p:nvSpPr>
              <p:cNvPr id="195" name="Google Shape;195;p7"/>
              <p:cNvSpPr/>
              <p:nvPr/>
            </p:nvSpPr>
            <p:spPr>
              <a:xfrm>
                <a:off x="8337960" y="2584440"/>
                <a:ext cx="133560" cy="133560"/>
              </a:xfrm>
              <a:prstGeom prst="ellipse">
                <a:avLst/>
              </a:prstGeom>
              <a:noFill/>
              <a:ln cap="flat" cmpd="sng" w="9525">
                <a:solidFill>
                  <a:srgbClr val="8208D5"/>
                </a:solidFill>
                <a:prstDash val="solid"/>
                <a:round/>
                <a:headEnd len="sm" w="sm" type="none"/>
                <a:tailEnd len="sm" w="sm" type="none"/>
              </a:ln>
            </p:spPr>
            <p:txBody>
              <a:bodyPr anchorCtr="0" anchor="ctr" bIns="47150" lIns="91425" spcFirstLastPara="1" rIns="91425" wrap="square" tIns="471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96" name="Google Shape;196;p7"/>
              <p:cNvSpPr/>
              <p:nvPr/>
            </p:nvSpPr>
            <p:spPr>
              <a:xfrm>
                <a:off x="8356680" y="2603520"/>
                <a:ext cx="95760" cy="95760"/>
              </a:xfrm>
              <a:prstGeom prst="ellipse">
                <a:avLst/>
              </a:prstGeom>
              <a:gradFill>
                <a:gsLst>
                  <a:gs pos="0">
                    <a:srgbClr val="9900FF">
                      <a:alpha val="47058"/>
                    </a:srgbClr>
                  </a:gs>
                  <a:gs pos="100000">
                    <a:srgbClr val="FFFFFF">
                      <a:alpha val="0"/>
                    </a:srgbClr>
                  </a:gs>
                </a:gsLst>
                <a:path path="circle">
                  <a:fillToRect b="50%" l="50%" r="50%" t="50%"/>
                </a:path>
                <a:tileRect/>
              </a:gradFill>
              <a:ln>
                <a:noFill/>
              </a:ln>
            </p:spPr>
            <p:txBody>
              <a:bodyPr anchorCtr="0" anchor="ctr" bIns="33825" lIns="91425" spcFirstLastPara="1" rIns="91425" wrap="square" tIns="338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197" name="Google Shape;197;p7"/>
            <p:cNvSpPr/>
            <p:nvPr/>
          </p:nvSpPr>
          <p:spPr>
            <a:xfrm rot="5400000">
              <a:off x="7687440" y="1143360"/>
              <a:ext cx="1420560" cy="2832840"/>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rgbClr val="0C0A9E"/>
                </a:gs>
                <a:gs pos="100000">
                  <a:srgbClr val="FFFFFF">
                    <a:alpha val="0"/>
                  </a:srgbClr>
                </a:gs>
              </a:gsLst>
              <a:lin ang="108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8"/>
          <p:cNvSpPr/>
          <p:nvPr/>
        </p:nvSpPr>
        <p:spPr>
          <a:xfrm>
            <a:off x="476275" y="476276"/>
            <a:ext cx="8191200" cy="675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lang="en-US" sz="3000">
                <a:solidFill>
                  <a:schemeClr val="dk2"/>
                </a:solidFill>
                <a:latin typeface="IBM Plex Mono"/>
                <a:ea typeface="IBM Plex Mono"/>
                <a:cs typeface="IBM Plex Mono"/>
                <a:sym typeface="IBM Plex Mono"/>
              </a:rPr>
              <a:t>Story: Line Queues at Disneyland</a:t>
            </a:r>
            <a:endParaRPr b="0" sz="3000" u="none" strike="noStrike">
              <a:solidFill>
                <a:srgbClr val="000000"/>
              </a:solidFill>
              <a:latin typeface="Noto Sans Symbols"/>
              <a:ea typeface="Noto Sans Symbols"/>
              <a:cs typeface="Noto Sans Symbols"/>
              <a:sym typeface="Noto Sans Symbols"/>
            </a:endParaRPr>
          </a:p>
        </p:txBody>
      </p:sp>
      <p:sp>
        <p:nvSpPr>
          <p:cNvPr id="203" name="Google Shape;203;p8"/>
          <p:cNvSpPr/>
          <p:nvPr/>
        </p:nvSpPr>
        <p:spPr>
          <a:xfrm>
            <a:off x="113400" y="1415175"/>
            <a:ext cx="5647800" cy="2961900"/>
          </a:xfrm>
          <a:prstGeom prst="rect">
            <a:avLst/>
          </a:prstGeom>
          <a:noFill/>
          <a:ln>
            <a:noFill/>
          </a:ln>
        </p:spPr>
        <p:txBody>
          <a:bodyPr anchorCtr="0" anchor="t" bIns="45700" lIns="91425" spcFirstLastPara="1" rIns="91425" wrap="square" tIns="45700">
            <a:noAutofit/>
          </a:bodyPr>
          <a:lstStyle/>
          <a:p>
            <a:pPr indent="-317500" lvl="0" marL="457200" marR="0" rtl="0" algn="l">
              <a:lnSpc>
                <a:spcPct val="150000"/>
              </a:lnSpc>
              <a:spcBef>
                <a:spcPts val="0"/>
              </a:spcBef>
              <a:spcAft>
                <a:spcPts val="0"/>
              </a:spcAft>
              <a:buSzPts val="1400"/>
              <a:buFont typeface="Poppins"/>
              <a:buChar char="●"/>
            </a:pPr>
            <a:r>
              <a:rPr b="1" lang="en-US">
                <a:solidFill>
                  <a:schemeClr val="dk1"/>
                </a:solidFill>
                <a:latin typeface="Poppins"/>
                <a:ea typeface="Poppins"/>
                <a:cs typeface="Poppins"/>
                <a:sym typeface="Poppins"/>
              </a:rPr>
              <a:t>Setting:</a:t>
            </a:r>
            <a:r>
              <a:rPr lang="en-US">
                <a:solidFill>
                  <a:schemeClr val="dk1"/>
                </a:solidFill>
                <a:latin typeface="Poppins"/>
                <a:ea typeface="Poppins"/>
                <a:cs typeface="Poppins"/>
                <a:sym typeface="Poppins"/>
              </a:rPr>
              <a:t> Waiting in line for a ride at Disneyland.</a:t>
            </a:r>
            <a:endParaRPr>
              <a:solidFill>
                <a:schemeClr val="dk1"/>
              </a:solidFill>
              <a:latin typeface="Poppins"/>
              <a:ea typeface="Poppins"/>
              <a:cs typeface="Poppins"/>
              <a:sym typeface="Poppins"/>
            </a:endParaRPr>
          </a:p>
          <a:p>
            <a:pPr indent="0" lvl="0" marL="457200" marR="0" rtl="0" algn="l">
              <a:lnSpc>
                <a:spcPct val="150000"/>
              </a:lnSpc>
              <a:spcBef>
                <a:spcPts val="0"/>
              </a:spcBef>
              <a:spcAft>
                <a:spcPts val="0"/>
              </a:spcAft>
              <a:buNone/>
            </a:pPr>
            <a:r>
              <a:t/>
            </a:r>
            <a:endParaRPr sz="600">
              <a:solidFill>
                <a:schemeClr val="dk1"/>
              </a:solidFill>
              <a:latin typeface="Poppins"/>
              <a:ea typeface="Poppins"/>
              <a:cs typeface="Poppins"/>
              <a:sym typeface="Poppins"/>
            </a:endParaRPr>
          </a:p>
          <a:p>
            <a:pPr indent="-317500" lvl="0" marL="457200" marR="0" rtl="0" algn="l">
              <a:lnSpc>
                <a:spcPct val="150000"/>
              </a:lnSpc>
              <a:spcBef>
                <a:spcPts val="0"/>
              </a:spcBef>
              <a:spcAft>
                <a:spcPts val="0"/>
              </a:spcAft>
              <a:buClr>
                <a:schemeClr val="dk1"/>
              </a:buClr>
              <a:buSzPts val="1400"/>
              <a:buFont typeface="Poppins"/>
              <a:buChar char="●"/>
            </a:pPr>
            <a:r>
              <a:rPr b="1" lang="en-US">
                <a:solidFill>
                  <a:schemeClr val="dk1"/>
                </a:solidFill>
                <a:latin typeface="Poppins"/>
                <a:ea typeface="Poppins"/>
                <a:cs typeface="Poppins"/>
                <a:sym typeface="Poppins"/>
              </a:rPr>
              <a:t>Our goal: </a:t>
            </a:r>
            <a:r>
              <a:rPr lang="en-US">
                <a:solidFill>
                  <a:schemeClr val="dk1"/>
                </a:solidFill>
                <a:latin typeface="Poppins"/>
                <a:ea typeface="Poppins"/>
                <a:cs typeface="Poppins"/>
                <a:sym typeface="Poppins"/>
              </a:rPr>
              <a:t>Help guests have a great experience at the park by balancing fairness and efficiency in lines.</a:t>
            </a:r>
            <a:endParaRPr>
              <a:solidFill>
                <a:schemeClr val="dk1"/>
              </a:solidFill>
              <a:latin typeface="Poppins"/>
              <a:ea typeface="Poppins"/>
              <a:cs typeface="Poppins"/>
              <a:sym typeface="Poppins"/>
            </a:endParaRPr>
          </a:p>
          <a:p>
            <a:pPr indent="0" lvl="0" marL="457200" marR="0" rtl="0" algn="l">
              <a:lnSpc>
                <a:spcPct val="150000"/>
              </a:lnSpc>
              <a:spcBef>
                <a:spcPts val="0"/>
              </a:spcBef>
              <a:spcAft>
                <a:spcPts val="0"/>
              </a:spcAft>
              <a:buNone/>
            </a:pPr>
            <a:r>
              <a:t/>
            </a:r>
            <a:endParaRPr sz="600">
              <a:solidFill>
                <a:schemeClr val="dk1"/>
              </a:solidFill>
              <a:latin typeface="Poppins"/>
              <a:ea typeface="Poppins"/>
              <a:cs typeface="Poppins"/>
              <a:sym typeface="Poppins"/>
            </a:endParaRPr>
          </a:p>
          <a:p>
            <a:pPr indent="-317500" lvl="0" marL="457200" marR="0" rtl="0" algn="l">
              <a:lnSpc>
                <a:spcPct val="150000"/>
              </a:lnSpc>
              <a:spcBef>
                <a:spcPts val="0"/>
              </a:spcBef>
              <a:spcAft>
                <a:spcPts val="0"/>
              </a:spcAft>
              <a:buSzPts val="1400"/>
              <a:buFont typeface="Poppins"/>
              <a:buChar char="●"/>
            </a:pPr>
            <a:r>
              <a:rPr b="1" lang="en-US">
                <a:latin typeface="Poppins"/>
                <a:ea typeface="Poppins"/>
                <a:cs typeface="Poppins"/>
                <a:sym typeface="Poppins"/>
              </a:rPr>
              <a:t>Processes -&gt; </a:t>
            </a:r>
            <a:r>
              <a:rPr lang="en-US">
                <a:latin typeface="Poppins"/>
                <a:ea typeface="Poppins"/>
                <a:cs typeface="Poppins"/>
                <a:sym typeface="Poppins"/>
              </a:rPr>
              <a:t>Guests joining the line queue</a:t>
            </a:r>
            <a:endParaRPr>
              <a:latin typeface="Poppins"/>
              <a:ea typeface="Poppins"/>
              <a:cs typeface="Poppins"/>
              <a:sym typeface="Poppins"/>
            </a:endParaRPr>
          </a:p>
          <a:p>
            <a:pPr indent="0" lvl="0" marL="0" marR="0" rtl="0" algn="l">
              <a:lnSpc>
                <a:spcPct val="150000"/>
              </a:lnSpc>
              <a:spcBef>
                <a:spcPts val="0"/>
              </a:spcBef>
              <a:spcAft>
                <a:spcPts val="0"/>
              </a:spcAft>
              <a:buNone/>
            </a:pPr>
            <a:r>
              <a:rPr lang="en-US">
                <a:latin typeface="Poppins"/>
                <a:ea typeface="Poppins"/>
                <a:cs typeface="Poppins"/>
                <a:sym typeface="Poppins"/>
              </a:rPr>
              <a:t>         </a:t>
            </a:r>
            <a:r>
              <a:rPr b="1" lang="en-US">
                <a:latin typeface="Poppins"/>
                <a:ea typeface="Poppins"/>
                <a:cs typeface="Poppins"/>
                <a:sym typeface="Poppins"/>
              </a:rPr>
              <a:t>Arrival Time -&gt;</a:t>
            </a:r>
            <a:r>
              <a:rPr lang="en-US">
                <a:latin typeface="Poppins"/>
                <a:ea typeface="Poppins"/>
                <a:cs typeface="Poppins"/>
                <a:sym typeface="Poppins"/>
              </a:rPr>
              <a:t> When a group enters the line</a:t>
            </a:r>
            <a:endParaRPr>
              <a:latin typeface="Poppins"/>
              <a:ea typeface="Poppins"/>
              <a:cs typeface="Poppins"/>
              <a:sym typeface="Poppins"/>
            </a:endParaRPr>
          </a:p>
          <a:p>
            <a:pPr indent="0" lvl="0" marL="0" marR="0" rtl="0" algn="l">
              <a:lnSpc>
                <a:spcPct val="150000"/>
              </a:lnSpc>
              <a:spcBef>
                <a:spcPts val="0"/>
              </a:spcBef>
              <a:spcAft>
                <a:spcPts val="0"/>
              </a:spcAft>
              <a:buNone/>
            </a:pPr>
            <a:r>
              <a:rPr lang="en-US">
                <a:latin typeface="Poppins"/>
                <a:ea typeface="Poppins"/>
                <a:cs typeface="Poppins"/>
                <a:sym typeface="Poppins"/>
              </a:rPr>
              <a:t>         </a:t>
            </a:r>
            <a:r>
              <a:rPr b="1" lang="en-US">
                <a:latin typeface="Poppins"/>
                <a:ea typeface="Poppins"/>
                <a:cs typeface="Poppins"/>
                <a:sym typeface="Poppins"/>
              </a:rPr>
              <a:t>Burst Time -&gt;</a:t>
            </a:r>
            <a:r>
              <a:rPr lang="en-US">
                <a:latin typeface="Poppins"/>
                <a:ea typeface="Poppins"/>
                <a:cs typeface="Poppins"/>
                <a:sym typeface="Poppins"/>
              </a:rPr>
              <a:t> Duration of ride, including loading time</a:t>
            </a:r>
            <a:endParaRPr>
              <a:latin typeface="Poppins"/>
              <a:ea typeface="Poppins"/>
              <a:cs typeface="Poppins"/>
              <a:sym typeface="Poppins"/>
            </a:endParaRPr>
          </a:p>
          <a:p>
            <a:pPr indent="0" lvl="0" marL="0" marR="0" rtl="0" algn="l">
              <a:lnSpc>
                <a:spcPct val="150000"/>
              </a:lnSpc>
              <a:spcBef>
                <a:spcPts val="0"/>
              </a:spcBef>
              <a:spcAft>
                <a:spcPts val="0"/>
              </a:spcAft>
              <a:buNone/>
            </a:pPr>
            <a:r>
              <a:rPr lang="en-US">
                <a:latin typeface="Poppins"/>
                <a:ea typeface="Poppins"/>
                <a:cs typeface="Poppins"/>
                <a:sym typeface="Poppins"/>
              </a:rPr>
              <a:t>         </a:t>
            </a:r>
            <a:r>
              <a:rPr b="1" lang="en-US">
                <a:latin typeface="Poppins"/>
                <a:ea typeface="Poppins"/>
                <a:cs typeface="Poppins"/>
                <a:sym typeface="Poppins"/>
              </a:rPr>
              <a:t>Priority -&gt;</a:t>
            </a:r>
            <a:r>
              <a:rPr lang="en-US">
                <a:latin typeface="Poppins"/>
                <a:ea typeface="Poppins"/>
                <a:cs typeface="Poppins"/>
                <a:sym typeface="Poppins"/>
              </a:rPr>
              <a:t> For guests with memberships or disabilities</a:t>
            </a:r>
            <a:endParaRPr sz="1400" u="none" strike="noStrike">
              <a:solidFill>
                <a:srgbClr val="000000"/>
              </a:solidFill>
              <a:latin typeface="Poppins"/>
              <a:ea typeface="Poppins"/>
              <a:cs typeface="Poppins"/>
              <a:sym typeface="Poppins"/>
            </a:endParaRPr>
          </a:p>
        </p:txBody>
      </p:sp>
      <p:pic>
        <p:nvPicPr>
          <p:cNvPr id="204" name="Google Shape;204;p8"/>
          <p:cNvPicPr preferRelativeResize="0"/>
          <p:nvPr/>
        </p:nvPicPr>
        <p:blipFill>
          <a:blip r:embed="rId3">
            <a:alphaModFix/>
          </a:blip>
          <a:stretch>
            <a:fillRect/>
          </a:stretch>
        </p:blipFill>
        <p:spPr>
          <a:xfrm>
            <a:off x="5761326" y="1415175"/>
            <a:ext cx="3090349" cy="24671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9"/>
          <p:cNvSpPr/>
          <p:nvPr/>
        </p:nvSpPr>
        <p:spPr>
          <a:xfrm>
            <a:off x="564550" y="534450"/>
            <a:ext cx="7473600" cy="522600"/>
          </a:xfrm>
          <a:prstGeom prst="rect">
            <a:avLst/>
          </a:prstGeom>
          <a:noFill/>
          <a:ln>
            <a:noFill/>
          </a:ln>
        </p:spPr>
        <p:txBody>
          <a:bodyPr anchorCtr="0" anchor="t" bIns="45700" lIns="91425" spcFirstLastPara="1" rIns="91425" wrap="square" tIns="45700">
            <a:noAutofit/>
          </a:bodyPr>
          <a:lstStyle/>
          <a:p>
            <a:pPr indent="0" lvl="0" marL="0" marR="0" rtl="0" algn="l">
              <a:lnSpc>
                <a:spcPct val="90001"/>
              </a:lnSpc>
              <a:spcBef>
                <a:spcPts val="0"/>
              </a:spcBef>
              <a:spcAft>
                <a:spcPts val="0"/>
              </a:spcAft>
              <a:buNone/>
            </a:pPr>
            <a:r>
              <a:rPr b="1" lang="en-US" sz="3000" u="none" strike="noStrike">
                <a:solidFill>
                  <a:schemeClr val="dk2"/>
                </a:solidFill>
                <a:latin typeface="IBM Plex Mono"/>
                <a:ea typeface="IBM Plex Mono"/>
                <a:cs typeface="IBM Plex Mono"/>
                <a:sym typeface="IBM Plex Mono"/>
              </a:rPr>
              <a:t>Scheduling </a:t>
            </a:r>
            <a:r>
              <a:rPr b="1" lang="en-US" sz="3000">
                <a:solidFill>
                  <a:schemeClr val="dk2"/>
                </a:solidFill>
                <a:latin typeface="IBM Plex Mono"/>
                <a:ea typeface="IBM Plex Mono"/>
                <a:cs typeface="IBM Plex Mono"/>
                <a:sym typeface="IBM Plex Mono"/>
              </a:rPr>
              <a:t>A</a:t>
            </a:r>
            <a:r>
              <a:rPr b="1" lang="en-US" sz="3000" u="none" strike="noStrike">
                <a:solidFill>
                  <a:schemeClr val="dk2"/>
                </a:solidFill>
                <a:latin typeface="IBM Plex Mono"/>
                <a:ea typeface="IBM Plex Mono"/>
                <a:cs typeface="IBM Plex Mono"/>
                <a:sym typeface="IBM Plex Mono"/>
              </a:rPr>
              <a:t>lgorithms </a:t>
            </a:r>
            <a:r>
              <a:rPr b="1" lang="en-US" sz="3000">
                <a:solidFill>
                  <a:schemeClr val="dk2"/>
                </a:solidFill>
                <a:latin typeface="IBM Plex Mono"/>
                <a:ea typeface="IBM Plex Mono"/>
                <a:cs typeface="IBM Plex Mono"/>
                <a:sym typeface="IBM Plex Mono"/>
              </a:rPr>
              <a:t>O</a:t>
            </a:r>
            <a:r>
              <a:rPr b="1" lang="en-US" sz="3000" u="none" strike="noStrike">
                <a:solidFill>
                  <a:schemeClr val="dk2"/>
                </a:solidFill>
                <a:latin typeface="IBM Plex Mono"/>
                <a:ea typeface="IBM Plex Mono"/>
                <a:cs typeface="IBM Plex Mono"/>
                <a:sym typeface="IBM Plex Mono"/>
              </a:rPr>
              <a:t>verview</a:t>
            </a:r>
            <a:endParaRPr b="0" sz="3000" u="none" strike="noStrike">
              <a:solidFill>
                <a:srgbClr val="000000"/>
              </a:solidFill>
              <a:latin typeface="Noto Sans Symbols"/>
              <a:ea typeface="Noto Sans Symbols"/>
              <a:cs typeface="Noto Sans Symbols"/>
              <a:sym typeface="Noto Sans Symbols"/>
            </a:endParaRPr>
          </a:p>
        </p:txBody>
      </p:sp>
      <p:sp>
        <p:nvSpPr>
          <p:cNvPr id="210" name="Google Shape;210;p9"/>
          <p:cNvSpPr/>
          <p:nvPr/>
        </p:nvSpPr>
        <p:spPr>
          <a:xfrm>
            <a:off x="335475" y="1184275"/>
            <a:ext cx="4644600" cy="3632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lang="en-US" sz="1400" u="none" strike="noStrike">
                <a:solidFill>
                  <a:schemeClr val="dk1"/>
                </a:solidFill>
                <a:latin typeface="Poppins"/>
                <a:ea typeface="Poppins"/>
                <a:cs typeface="Poppins"/>
                <a:sym typeface="Poppins"/>
              </a:rPr>
              <a:t>First</a:t>
            </a:r>
            <a:r>
              <a:rPr b="1" lang="en-US">
                <a:solidFill>
                  <a:schemeClr val="dk1"/>
                </a:solidFill>
                <a:latin typeface="Poppins"/>
                <a:ea typeface="Poppins"/>
                <a:cs typeface="Poppins"/>
                <a:sym typeface="Poppins"/>
              </a:rPr>
              <a:t>-</a:t>
            </a:r>
            <a:r>
              <a:rPr b="1" lang="en-US" sz="1400" u="none" strike="noStrike">
                <a:solidFill>
                  <a:schemeClr val="dk1"/>
                </a:solidFill>
                <a:latin typeface="Poppins"/>
                <a:ea typeface="Poppins"/>
                <a:cs typeface="Poppins"/>
                <a:sym typeface="Poppins"/>
              </a:rPr>
              <a:t>Come, First Served</a:t>
            </a:r>
            <a:r>
              <a:rPr b="1" lang="en-US">
                <a:solidFill>
                  <a:schemeClr val="dk1"/>
                </a:solidFill>
                <a:latin typeface="Poppins"/>
                <a:ea typeface="Poppins"/>
                <a:cs typeface="Poppins"/>
                <a:sym typeface="Poppins"/>
              </a:rPr>
              <a:t> (FCFS)</a:t>
            </a:r>
            <a:r>
              <a:rPr b="1" lang="en-US" sz="1400" u="none" strike="noStrike">
                <a:solidFill>
                  <a:schemeClr val="dk1"/>
                </a:solidFill>
                <a:latin typeface="Poppins"/>
                <a:ea typeface="Poppins"/>
                <a:cs typeface="Poppins"/>
                <a:sym typeface="Poppins"/>
              </a:rPr>
              <a:t>:</a:t>
            </a:r>
            <a:r>
              <a:rPr b="1" lang="en-US" u="none" strike="noStrike">
                <a:solidFill>
                  <a:schemeClr val="dk1"/>
                </a:solidFill>
                <a:latin typeface="Poppins"/>
                <a:ea typeface="Poppins"/>
                <a:cs typeface="Poppins"/>
                <a:sym typeface="Poppins"/>
              </a:rPr>
              <a:t> </a:t>
            </a:r>
            <a:endParaRPr b="1" u="none" strike="noStrike">
              <a:solidFill>
                <a:schemeClr val="dk1"/>
              </a:solidFill>
              <a:latin typeface="Poppins"/>
              <a:ea typeface="Poppins"/>
              <a:cs typeface="Poppins"/>
              <a:sym typeface="Poppins"/>
            </a:endParaRPr>
          </a:p>
          <a:p>
            <a:pPr indent="-317500" lvl="0" marL="457200" marR="0" rtl="0" algn="l">
              <a:lnSpc>
                <a:spcPct val="100000"/>
              </a:lnSpc>
              <a:spcBef>
                <a:spcPts val="0"/>
              </a:spcBef>
              <a:spcAft>
                <a:spcPts val="0"/>
              </a:spcAft>
              <a:buClr>
                <a:srgbClr val="333333"/>
              </a:buClr>
              <a:buSzPts val="1400"/>
              <a:buFont typeface="Poppins"/>
              <a:buChar char="●"/>
            </a:pPr>
            <a:r>
              <a:rPr lang="en-US">
                <a:solidFill>
                  <a:srgbClr val="333333"/>
                </a:solidFill>
                <a:latin typeface="Poppins"/>
                <a:ea typeface="Poppins"/>
                <a:cs typeface="Poppins"/>
                <a:sym typeface="Poppins"/>
              </a:rPr>
              <a:t>Mirrors traditional lines where guests are served strictly by their arrival order.</a:t>
            </a:r>
            <a:endParaRPr>
              <a:solidFill>
                <a:srgbClr val="333333"/>
              </a:solidFill>
              <a:latin typeface="Poppins"/>
              <a:ea typeface="Poppins"/>
              <a:cs typeface="Poppins"/>
              <a:sym typeface="Poppins"/>
            </a:endParaRPr>
          </a:p>
          <a:p>
            <a:pPr indent="0" lvl="0" marL="0" marR="0" rtl="0" algn="l">
              <a:lnSpc>
                <a:spcPct val="100000"/>
              </a:lnSpc>
              <a:spcBef>
                <a:spcPts val="0"/>
              </a:spcBef>
              <a:spcAft>
                <a:spcPts val="0"/>
              </a:spcAft>
              <a:buNone/>
            </a:pPr>
            <a:r>
              <a:t/>
            </a:r>
            <a:endParaRPr>
              <a:solidFill>
                <a:srgbClr val="333333"/>
              </a:solidFill>
              <a:latin typeface="Poppins"/>
              <a:ea typeface="Poppins"/>
              <a:cs typeface="Poppins"/>
              <a:sym typeface="Poppins"/>
            </a:endParaRPr>
          </a:p>
          <a:p>
            <a:pPr indent="0" lvl="0" marL="0" marR="0" rtl="0" algn="l">
              <a:lnSpc>
                <a:spcPct val="100000"/>
              </a:lnSpc>
              <a:spcBef>
                <a:spcPts val="0"/>
              </a:spcBef>
              <a:spcAft>
                <a:spcPts val="0"/>
              </a:spcAft>
              <a:buNone/>
            </a:pPr>
            <a:r>
              <a:t/>
            </a:r>
            <a:endParaRPr b="0" sz="600" u="none" strike="noStrike">
              <a:solidFill>
                <a:srgbClr val="000000"/>
              </a:solidFill>
              <a:latin typeface="Noto Sans Symbols"/>
              <a:ea typeface="Noto Sans Symbols"/>
              <a:cs typeface="Noto Sans Symbols"/>
              <a:sym typeface="Noto Sans Symbols"/>
            </a:endParaRPr>
          </a:p>
          <a:p>
            <a:pPr indent="0" lvl="0" marL="0" marR="0" rtl="0" algn="l">
              <a:lnSpc>
                <a:spcPct val="100000"/>
              </a:lnSpc>
              <a:spcBef>
                <a:spcPts val="0"/>
              </a:spcBef>
              <a:spcAft>
                <a:spcPts val="0"/>
              </a:spcAft>
              <a:buNone/>
            </a:pPr>
            <a:r>
              <a:rPr b="1" lang="en-US" u="none" strike="noStrike">
                <a:solidFill>
                  <a:schemeClr val="dk1"/>
                </a:solidFill>
                <a:latin typeface="Poppins"/>
                <a:ea typeface="Poppins"/>
                <a:cs typeface="Poppins"/>
                <a:sym typeface="Poppins"/>
              </a:rPr>
              <a:t>Shortest Job First</a:t>
            </a:r>
            <a:r>
              <a:rPr b="1" lang="en-US">
                <a:solidFill>
                  <a:schemeClr val="dk1"/>
                </a:solidFill>
                <a:latin typeface="Poppins"/>
                <a:ea typeface="Poppins"/>
                <a:cs typeface="Poppins"/>
                <a:sym typeface="Poppins"/>
              </a:rPr>
              <a:t> (SJF)</a:t>
            </a:r>
            <a:r>
              <a:rPr b="1" lang="en-US" u="none" strike="noStrike">
                <a:solidFill>
                  <a:schemeClr val="dk1"/>
                </a:solidFill>
                <a:latin typeface="Poppins"/>
                <a:ea typeface="Poppins"/>
                <a:cs typeface="Poppins"/>
                <a:sym typeface="Poppins"/>
              </a:rPr>
              <a:t>:</a:t>
            </a:r>
            <a:r>
              <a:rPr lang="en-US" u="none" strike="noStrike">
                <a:solidFill>
                  <a:schemeClr val="dk1"/>
                </a:solidFill>
                <a:latin typeface="Poppins"/>
                <a:ea typeface="Poppins"/>
                <a:cs typeface="Poppins"/>
                <a:sym typeface="Poppins"/>
              </a:rPr>
              <a:t> </a:t>
            </a:r>
            <a:endParaRPr u="none" strike="noStrike">
              <a:solidFill>
                <a:schemeClr val="dk1"/>
              </a:solidFill>
              <a:latin typeface="Poppins"/>
              <a:ea typeface="Poppins"/>
              <a:cs typeface="Poppins"/>
              <a:sym typeface="Poppins"/>
            </a:endParaRPr>
          </a:p>
          <a:p>
            <a:pPr indent="-317500" lvl="0" marL="457200" marR="0" rtl="0" algn="l">
              <a:lnSpc>
                <a:spcPct val="100000"/>
              </a:lnSpc>
              <a:spcBef>
                <a:spcPts val="0"/>
              </a:spcBef>
              <a:spcAft>
                <a:spcPts val="0"/>
              </a:spcAft>
              <a:buClr>
                <a:srgbClr val="333333"/>
              </a:buClr>
              <a:buSzPts val="1400"/>
              <a:buFont typeface="Poppins"/>
              <a:buChar char="●"/>
            </a:pPr>
            <a:r>
              <a:rPr lang="en-US">
                <a:solidFill>
                  <a:srgbClr val="333333"/>
                </a:solidFill>
                <a:latin typeface="Poppins"/>
                <a:ea typeface="Poppins"/>
                <a:cs typeface="Poppins"/>
                <a:sym typeface="Poppins"/>
              </a:rPr>
              <a:t>Prioritizes shorter ride durations to improve park efficiency.</a:t>
            </a:r>
            <a:endParaRPr>
              <a:solidFill>
                <a:srgbClr val="333333"/>
              </a:solidFill>
              <a:latin typeface="Poppins"/>
              <a:ea typeface="Poppins"/>
              <a:cs typeface="Poppins"/>
              <a:sym typeface="Poppins"/>
            </a:endParaRPr>
          </a:p>
          <a:p>
            <a:pPr indent="0" lvl="0" marL="0" marR="0" rtl="0" algn="l">
              <a:lnSpc>
                <a:spcPct val="100000"/>
              </a:lnSpc>
              <a:spcBef>
                <a:spcPts val="0"/>
              </a:spcBef>
              <a:spcAft>
                <a:spcPts val="0"/>
              </a:spcAft>
              <a:buNone/>
            </a:pPr>
            <a:r>
              <a:t/>
            </a:r>
            <a:endParaRPr>
              <a:solidFill>
                <a:srgbClr val="333333"/>
              </a:solidFill>
              <a:latin typeface="Poppins"/>
              <a:ea typeface="Poppins"/>
              <a:cs typeface="Poppins"/>
              <a:sym typeface="Poppins"/>
            </a:endParaRPr>
          </a:p>
          <a:p>
            <a:pPr indent="0" lvl="0" marL="0" marR="0" rtl="0" algn="l">
              <a:lnSpc>
                <a:spcPct val="100000"/>
              </a:lnSpc>
              <a:spcBef>
                <a:spcPts val="0"/>
              </a:spcBef>
              <a:spcAft>
                <a:spcPts val="0"/>
              </a:spcAft>
              <a:buNone/>
            </a:pPr>
            <a:r>
              <a:t/>
            </a:r>
            <a:endParaRPr sz="600">
              <a:solidFill>
                <a:srgbClr val="333333"/>
              </a:solidFill>
              <a:latin typeface="Poppins"/>
              <a:ea typeface="Poppins"/>
              <a:cs typeface="Poppins"/>
              <a:sym typeface="Poppins"/>
            </a:endParaRPr>
          </a:p>
          <a:p>
            <a:pPr indent="0" lvl="0" marL="0" marR="0" rtl="0" algn="l">
              <a:lnSpc>
                <a:spcPct val="100000"/>
              </a:lnSpc>
              <a:spcBef>
                <a:spcPts val="0"/>
              </a:spcBef>
              <a:spcAft>
                <a:spcPts val="0"/>
              </a:spcAft>
              <a:buNone/>
            </a:pPr>
            <a:r>
              <a:rPr b="1" lang="en-US" sz="1400" u="none" strike="noStrike">
                <a:solidFill>
                  <a:schemeClr val="dk1"/>
                </a:solidFill>
                <a:latin typeface="Poppins"/>
                <a:ea typeface="Poppins"/>
                <a:cs typeface="Poppins"/>
                <a:sym typeface="Poppins"/>
              </a:rPr>
              <a:t>Round Robin</a:t>
            </a:r>
            <a:r>
              <a:rPr b="1" lang="en-US">
                <a:solidFill>
                  <a:schemeClr val="dk1"/>
                </a:solidFill>
                <a:latin typeface="Poppins"/>
                <a:ea typeface="Poppins"/>
                <a:cs typeface="Poppins"/>
                <a:sym typeface="Poppins"/>
              </a:rPr>
              <a:t> (RR)</a:t>
            </a:r>
            <a:r>
              <a:rPr b="1" lang="en-US" u="none" strike="noStrike">
                <a:solidFill>
                  <a:schemeClr val="dk1"/>
                </a:solidFill>
                <a:latin typeface="Poppins"/>
                <a:ea typeface="Poppins"/>
                <a:cs typeface="Poppins"/>
                <a:sym typeface="Poppins"/>
              </a:rPr>
              <a:t>:</a:t>
            </a:r>
            <a:r>
              <a:rPr lang="en-US" u="none" strike="noStrike">
                <a:solidFill>
                  <a:schemeClr val="dk1"/>
                </a:solidFill>
                <a:latin typeface="Poppins"/>
                <a:ea typeface="Poppins"/>
                <a:cs typeface="Poppins"/>
                <a:sym typeface="Poppins"/>
              </a:rPr>
              <a:t> </a:t>
            </a:r>
            <a:endParaRPr u="none" strike="noStrike">
              <a:solidFill>
                <a:schemeClr val="dk1"/>
              </a:solidFill>
              <a:latin typeface="Poppins"/>
              <a:ea typeface="Poppins"/>
              <a:cs typeface="Poppins"/>
              <a:sym typeface="Poppins"/>
            </a:endParaRPr>
          </a:p>
          <a:p>
            <a:pPr indent="-317500" lvl="0" marL="457200" marR="0" rtl="0" algn="l">
              <a:lnSpc>
                <a:spcPct val="100000"/>
              </a:lnSpc>
              <a:spcBef>
                <a:spcPts val="0"/>
              </a:spcBef>
              <a:spcAft>
                <a:spcPts val="0"/>
              </a:spcAft>
              <a:buClr>
                <a:srgbClr val="333333"/>
              </a:buClr>
              <a:buSzPts val="1400"/>
              <a:buFont typeface="Poppins"/>
              <a:buChar char="●"/>
            </a:pPr>
            <a:r>
              <a:rPr lang="en-US">
                <a:solidFill>
                  <a:srgbClr val="333333"/>
                </a:solidFill>
                <a:latin typeface="Poppins"/>
                <a:ea typeface="Poppins"/>
                <a:cs typeface="Poppins"/>
                <a:sym typeface="Poppins"/>
              </a:rPr>
              <a:t>Introduces time-sharing, rotating access to ensure fairness and responsiveness across all guest groups.</a:t>
            </a:r>
            <a:endParaRPr>
              <a:solidFill>
                <a:srgbClr val="333333"/>
              </a:solidFill>
              <a:latin typeface="Poppins"/>
              <a:ea typeface="Poppins"/>
              <a:cs typeface="Poppins"/>
              <a:sym typeface="Poppins"/>
            </a:endParaRPr>
          </a:p>
          <a:p>
            <a:pPr indent="0" lvl="0" marL="0" marR="0" rtl="0" algn="l">
              <a:lnSpc>
                <a:spcPct val="140001"/>
              </a:lnSpc>
              <a:spcBef>
                <a:spcPts val="0"/>
              </a:spcBef>
              <a:spcAft>
                <a:spcPts val="0"/>
              </a:spcAft>
              <a:buNone/>
            </a:pPr>
            <a:r>
              <a:t/>
            </a:r>
            <a:endParaRPr>
              <a:solidFill>
                <a:schemeClr val="dk1"/>
              </a:solidFill>
              <a:latin typeface="Poppins"/>
              <a:ea typeface="Poppins"/>
              <a:cs typeface="Poppins"/>
              <a:sym typeface="Poppins"/>
            </a:endParaRPr>
          </a:p>
        </p:txBody>
      </p:sp>
      <p:pic>
        <p:nvPicPr>
          <p:cNvPr id="211" name="Google Shape;211;p9"/>
          <p:cNvPicPr preferRelativeResize="0"/>
          <p:nvPr/>
        </p:nvPicPr>
        <p:blipFill>
          <a:blip r:embed="rId3">
            <a:alphaModFix/>
          </a:blip>
          <a:stretch>
            <a:fillRect/>
          </a:stretch>
        </p:blipFill>
        <p:spPr>
          <a:xfrm>
            <a:off x="4980125" y="1283549"/>
            <a:ext cx="3716200" cy="25764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10"/>
          <p:cNvSpPr txBox="1"/>
          <p:nvPr>
            <p:ph idx="1" type="body"/>
          </p:nvPr>
        </p:nvSpPr>
        <p:spPr>
          <a:xfrm>
            <a:off x="392525" y="1517475"/>
            <a:ext cx="3789000" cy="24078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b="1" lang="en-US" sz="1400">
                <a:latin typeface="Poppins"/>
                <a:ea typeface="Poppins"/>
                <a:cs typeface="Poppins"/>
                <a:sym typeface="Poppins"/>
              </a:rPr>
              <a:t>Most Efficient Algorithm: </a:t>
            </a:r>
            <a:r>
              <a:rPr lang="en-US" sz="1400">
                <a:latin typeface="Poppins"/>
                <a:ea typeface="Poppins"/>
                <a:cs typeface="Poppins"/>
                <a:sym typeface="Poppins"/>
              </a:rPr>
              <a:t>SJF, with the lowest average wait time of 6 minutes and average turnaround time of 10.6 minutes.</a:t>
            </a:r>
            <a:endParaRPr sz="1400">
              <a:latin typeface="Poppins"/>
              <a:ea typeface="Poppins"/>
              <a:cs typeface="Poppins"/>
              <a:sym typeface="Poppins"/>
            </a:endParaRPr>
          </a:p>
          <a:p>
            <a:pPr indent="0" lvl="0" marL="0" rtl="0" algn="l">
              <a:spcBef>
                <a:spcPts val="0"/>
              </a:spcBef>
              <a:spcAft>
                <a:spcPts val="0"/>
              </a:spcAft>
              <a:buNone/>
            </a:pPr>
            <a:r>
              <a:t/>
            </a:r>
            <a:endParaRPr sz="1400">
              <a:latin typeface="Poppins"/>
              <a:ea typeface="Poppins"/>
              <a:cs typeface="Poppins"/>
              <a:sym typeface="Poppins"/>
            </a:endParaRPr>
          </a:p>
          <a:p>
            <a:pPr indent="0" lvl="0" marL="0" rtl="0" algn="l">
              <a:spcBef>
                <a:spcPts val="0"/>
              </a:spcBef>
              <a:spcAft>
                <a:spcPts val="0"/>
              </a:spcAft>
              <a:buNone/>
            </a:pPr>
            <a:r>
              <a:t/>
            </a:r>
            <a:endParaRPr sz="1400">
              <a:latin typeface="Poppins"/>
              <a:ea typeface="Poppins"/>
              <a:cs typeface="Poppins"/>
              <a:sym typeface="Poppins"/>
            </a:endParaRPr>
          </a:p>
          <a:p>
            <a:pPr indent="0" lvl="0" marL="0" rtl="0" algn="l">
              <a:spcBef>
                <a:spcPts val="0"/>
              </a:spcBef>
              <a:spcAft>
                <a:spcPts val="0"/>
              </a:spcAft>
              <a:buNone/>
            </a:pPr>
            <a:r>
              <a:rPr b="1" lang="en-US" sz="1400">
                <a:latin typeface="Poppins"/>
                <a:ea typeface="Poppins"/>
                <a:cs typeface="Poppins"/>
                <a:sym typeface="Poppins"/>
              </a:rPr>
              <a:t>Least Efficient Algorithm:</a:t>
            </a:r>
            <a:r>
              <a:rPr lang="en-US" sz="1400">
                <a:latin typeface="Poppins"/>
                <a:ea typeface="Poppins"/>
                <a:cs typeface="Poppins"/>
                <a:sym typeface="Poppins"/>
              </a:rPr>
              <a:t> RR had the highest average wait time of 9.8 minutes and highest average turnaround time of 14.4 minutes due to its high overhead of context switching.</a:t>
            </a:r>
            <a:endParaRPr sz="1400">
              <a:latin typeface="Poppins"/>
              <a:ea typeface="Poppins"/>
              <a:cs typeface="Poppins"/>
              <a:sym typeface="Poppins"/>
            </a:endParaRPr>
          </a:p>
        </p:txBody>
      </p:sp>
      <p:sp>
        <p:nvSpPr>
          <p:cNvPr id="217" name="Google Shape;217;p10"/>
          <p:cNvSpPr/>
          <p:nvPr/>
        </p:nvSpPr>
        <p:spPr>
          <a:xfrm>
            <a:off x="476276" y="476277"/>
            <a:ext cx="5783100" cy="591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lang="en-US" sz="3000">
                <a:solidFill>
                  <a:schemeClr val="dk2"/>
                </a:solidFill>
                <a:latin typeface="IBM Plex Mono"/>
                <a:ea typeface="IBM Plex Mono"/>
                <a:cs typeface="IBM Plex Mono"/>
                <a:sym typeface="IBM Plex Mono"/>
              </a:rPr>
              <a:t>Results</a:t>
            </a:r>
            <a:endParaRPr b="0" sz="3000" u="none" strike="noStrike">
              <a:solidFill>
                <a:srgbClr val="000000"/>
              </a:solidFill>
              <a:latin typeface="Noto Sans Symbols"/>
              <a:ea typeface="Noto Sans Symbols"/>
              <a:cs typeface="Noto Sans Symbols"/>
              <a:sym typeface="Noto Sans Symbols"/>
            </a:endParaRPr>
          </a:p>
        </p:txBody>
      </p:sp>
      <p:pic>
        <p:nvPicPr>
          <p:cNvPr id="218" name="Google Shape;218;p10" title="Points scored"/>
          <p:cNvPicPr preferRelativeResize="0"/>
          <p:nvPr/>
        </p:nvPicPr>
        <p:blipFill>
          <a:blip r:embed="rId3">
            <a:alphaModFix/>
          </a:blip>
          <a:stretch>
            <a:fillRect/>
          </a:stretch>
        </p:blipFill>
        <p:spPr>
          <a:xfrm>
            <a:off x="4265266" y="1095750"/>
            <a:ext cx="4774134" cy="295200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11"/>
          <p:cNvSpPr/>
          <p:nvPr/>
        </p:nvSpPr>
        <p:spPr>
          <a:xfrm>
            <a:off x="476275" y="476275"/>
            <a:ext cx="6306300" cy="497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lang="en-US" sz="3000">
                <a:solidFill>
                  <a:schemeClr val="dk2"/>
                </a:solidFill>
                <a:latin typeface="IBM Plex Mono"/>
                <a:ea typeface="IBM Plex Mono"/>
                <a:cs typeface="IBM Plex Mono"/>
                <a:sym typeface="IBM Plex Mono"/>
              </a:rPr>
              <a:t>K</a:t>
            </a:r>
            <a:r>
              <a:rPr b="1" lang="en-US" sz="3000" u="none" strike="noStrike">
                <a:solidFill>
                  <a:schemeClr val="dk2"/>
                </a:solidFill>
                <a:latin typeface="IBM Plex Mono"/>
                <a:ea typeface="IBM Plex Mono"/>
                <a:cs typeface="IBM Plex Mono"/>
                <a:sym typeface="IBM Plex Mono"/>
              </a:rPr>
              <a:t>ey insights &amp; Conclusions</a:t>
            </a:r>
            <a:endParaRPr b="0" sz="3000" u="none" strike="noStrike">
              <a:solidFill>
                <a:srgbClr val="000000"/>
              </a:solidFill>
              <a:latin typeface="Noto Sans Symbols"/>
              <a:ea typeface="Noto Sans Symbols"/>
              <a:cs typeface="Noto Sans Symbols"/>
              <a:sym typeface="Noto Sans Symbols"/>
            </a:endParaRPr>
          </a:p>
        </p:txBody>
      </p:sp>
      <p:sp>
        <p:nvSpPr>
          <p:cNvPr id="224" name="Google Shape;224;p11"/>
          <p:cNvSpPr txBox="1"/>
          <p:nvPr/>
        </p:nvSpPr>
        <p:spPr>
          <a:xfrm>
            <a:off x="874625" y="1191550"/>
            <a:ext cx="7237200" cy="36327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b="1" lang="en-US">
                <a:latin typeface="Poppins"/>
                <a:ea typeface="Poppins"/>
                <a:cs typeface="Poppins"/>
                <a:sym typeface="Poppins"/>
              </a:rPr>
              <a:t>The Trade-off of Perfomance vs Fairness:</a:t>
            </a:r>
            <a:endParaRPr b="1">
              <a:latin typeface="Poppins"/>
              <a:ea typeface="Poppins"/>
              <a:cs typeface="Poppins"/>
              <a:sym typeface="Poppins"/>
            </a:endParaRPr>
          </a:p>
          <a:p>
            <a:pPr indent="-317500" lvl="0" marL="457200" rtl="0" algn="l">
              <a:lnSpc>
                <a:spcPct val="100000"/>
              </a:lnSpc>
              <a:spcBef>
                <a:spcPts val="0"/>
              </a:spcBef>
              <a:spcAft>
                <a:spcPts val="0"/>
              </a:spcAft>
              <a:buSzPts val="1400"/>
              <a:buFont typeface="Poppins"/>
              <a:buChar char="●"/>
            </a:pPr>
            <a:r>
              <a:rPr lang="en-US">
                <a:latin typeface="Poppins"/>
                <a:ea typeface="Poppins"/>
                <a:cs typeface="Poppins"/>
                <a:sym typeface="Poppins"/>
              </a:rPr>
              <a:t>SJF had the best performance, but it is unfair and potentially unrealistic as large groups might face very long wait times (starvation)</a:t>
            </a:r>
            <a:r>
              <a:rPr lang="en-US">
                <a:latin typeface="Poppins"/>
                <a:ea typeface="Poppins"/>
                <a:cs typeface="Poppins"/>
                <a:sym typeface="Poppins"/>
              </a:rPr>
              <a:t>. </a:t>
            </a:r>
            <a:endParaRPr>
              <a:latin typeface="Poppins"/>
              <a:ea typeface="Poppins"/>
              <a:cs typeface="Poppins"/>
              <a:sym typeface="Poppins"/>
            </a:endParaRPr>
          </a:p>
          <a:p>
            <a:pPr indent="0" lvl="0" marL="0" rtl="0" algn="l">
              <a:lnSpc>
                <a:spcPct val="100000"/>
              </a:lnSpc>
              <a:spcBef>
                <a:spcPts val="0"/>
              </a:spcBef>
              <a:spcAft>
                <a:spcPts val="0"/>
              </a:spcAft>
              <a:buNone/>
            </a:pPr>
            <a:r>
              <a:t/>
            </a:r>
            <a:endParaRPr>
              <a:latin typeface="Poppins"/>
              <a:ea typeface="Poppins"/>
              <a:cs typeface="Poppins"/>
              <a:sym typeface="Poppins"/>
            </a:endParaRPr>
          </a:p>
          <a:p>
            <a:pPr indent="-317500" lvl="0" marL="457200" rtl="0" algn="l">
              <a:lnSpc>
                <a:spcPct val="100000"/>
              </a:lnSpc>
              <a:spcBef>
                <a:spcPts val="0"/>
              </a:spcBef>
              <a:spcAft>
                <a:spcPts val="0"/>
              </a:spcAft>
              <a:buSzPts val="1400"/>
              <a:buFont typeface="Poppins"/>
              <a:buChar char="●"/>
            </a:pPr>
            <a:r>
              <a:rPr lang="en-US">
                <a:latin typeface="Poppins"/>
                <a:ea typeface="Poppins"/>
                <a:cs typeface="Poppins"/>
                <a:sym typeface="Poppins"/>
              </a:rPr>
              <a:t>RR ensures that every guest is regularly given the opportunity to go on their ride of choice, but wait times are generally long and could be hard to realistically implement.</a:t>
            </a:r>
            <a:endParaRPr>
              <a:latin typeface="Poppins"/>
              <a:ea typeface="Poppins"/>
              <a:cs typeface="Poppins"/>
              <a:sym typeface="Poppins"/>
            </a:endParaRPr>
          </a:p>
          <a:p>
            <a:pPr indent="0" lvl="0" marL="0" rtl="0" algn="l">
              <a:lnSpc>
                <a:spcPct val="100000"/>
              </a:lnSpc>
              <a:spcBef>
                <a:spcPts val="0"/>
              </a:spcBef>
              <a:spcAft>
                <a:spcPts val="0"/>
              </a:spcAft>
              <a:buNone/>
            </a:pPr>
            <a:r>
              <a:t/>
            </a:r>
            <a:endParaRPr>
              <a:latin typeface="Poppins"/>
              <a:ea typeface="Poppins"/>
              <a:cs typeface="Poppins"/>
              <a:sym typeface="Poppins"/>
            </a:endParaRPr>
          </a:p>
          <a:p>
            <a:pPr indent="-317500" lvl="0" marL="457200" rtl="0" algn="l">
              <a:lnSpc>
                <a:spcPct val="100000"/>
              </a:lnSpc>
              <a:spcBef>
                <a:spcPts val="0"/>
              </a:spcBef>
              <a:spcAft>
                <a:spcPts val="0"/>
              </a:spcAft>
              <a:buSzPts val="1400"/>
              <a:buFont typeface="Poppins"/>
              <a:buChar char="●"/>
            </a:pPr>
            <a:r>
              <a:rPr lang="en-US">
                <a:latin typeface="Poppins"/>
                <a:ea typeface="Poppins"/>
                <a:cs typeface="Poppins"/>
                <a:sym typeface="Poppins"/>
              </a:rPr>
              <a:t>FCFS was less efficient performance wise, but there is no risk of starvation and it more closely aligns with what we see as the standard of line queues.</a:t>
            </a:r>
            <a:endParaRPr>
              <a:latin typeface="Poppins"/>
              <a:ea typeface="Poppins"/>
              <a:cs typeface="Poppins"/>
              <a:sym typeface="Poppins"/>
            </a:endParaRPr>
          </a:p>
          <a:p>
            <a:pPr indent="0" lvl="0" marL="0" rtl="0" algn="l">
              <a:lnSpc>
                <a:spcPct val="100000"/>
              </a:lnSpc>
              <a:spcBef>
                <a:spcPts val="0"/>
              </a:spcBef>
              <a:spcAft>
                <a:spcPts val="0"/>
              </a:spcAft>
              <a:buNone/>
            </a:pPr>
            <a:r>
              <a:t/>
            </a:r>
            <a:endParaRPr>
              <a:latin typeface="Poppins"/>
              <a:ea typeface="Poppins"/>
              <a:cs typeface="Poppins"/>
              <a:sym typeface="Poppins"/>
            </a:endParaRPr>
          </a:p>
          <a:p>
            <a:pPr indent="0" lvl="0" marL="0" rtl="0" algn="l">
              <a:spcBef>
                <a:spcPts val="0"/>
              </a:spcBef>
              <a:spcAft>
                <a:spcPts val="0"/>
              </a:spcAft>
              <a:buNone/>
            </a:pPr>
            <a:r>
              <a:rPr b="1" lang="en-US">
                <a:solidFill>
                  <a:schemeClr val="dk1"/>
                </a:solidFill>
                <a:latin typeface="Poppins"/>
                <a:ea typeface="Poppins"/>
                <a:cs typeface="Poppins"/>
                <a:sym typeface="Poppins"/>
              </a:rPr>
              <a:t>Why this all matters: </a:t>
            </a:r>
            <a:r>
              <a:rPr lang="en-US">
                <a:solidFill>
                  <a:schemeClr val="dk1"/>
                </a:solidFill>
                <a:latin typeface="Poppins"/>
                <a:ea typeface="Poppins"/>
                <a:cs typeface="Poppins"/>
                <a:sym typeface="Poppins"/>
              </a:rPr>
              <a:t>Choosing the best algorithm fitting algorithm is important as it relates directly to customer satisfaction. If wait times are too long and complicated, the “happiest place on Earth” can turn into the worst.</a:t>
            </a:r>
            <a:endParaRPr>
              <a:latin typeface="Poppins"/>
              <a:ea typeface="Poppins"/>
              <a:cs typeface="Poppins"/>
              <a:sym typeface="Poppins"/>
            </a:endParaRPr>
          </a:p>
          <a:p>
            <a:pPr indent="0" lvl="0" marL="0" rtl="0" algn="l">
              <a:lnSpc>
                <a:spcPct val="150000"/>
              </a:lnSpc>
              <a:spcBef>
                <a:spcPts val="0"/>
              </a:spcBef>
              <a:spcAft>
                <a:spcPts val="0"/>
              </a:spcAft>
              <a:buNone/>
            </a:pPr>
            <a:r>
              <a:t/>
            </a:r>
            <a:endParaRPr>
              <a:latin typeface="Poppins"/>
              <a:ea typeface="Poppins"/>
              <a:cs typeface="Poppins"/>
              <a:sym typeface="Poppi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12"/>
          <p:cNvSpPr txBox="1"/>
          <p:nvPr>
            <p:ph idx="4294967295" type="title"/>
          </p:nvPr>
        </p:nvSpPr>
        <p:spPr>
          <a:xfrm>
            <a:off x="2890626" y="2038825"/>
            <a:ext cx="4007100" cy="571200"/>
          </a:xfrm>
          <a:prstGeom prst="rect">
            <a:avLst/>
          </a:prstGeom>
          <a:noFill/>
          <a:ln>
            <a:noFill/>
          </a:ln>
        </p:spPr>
        <p:txBody>
          <a:bodyPr anchorCtr="0" anchor="t" bIns="91425" lIns="91425" spcFirstLastPara="1" rIns="91425" wrap="square" tIns="91425">
            <a:normAutofit fontScale="90000"/>
          </a:bodyPr>
          <a:lstStyle/>
          <a:p>
            <a:pPr indent="0" lvl="0" marL="0" marR="0" rtl="0" algn="l">
              <a:lnSpc>
                <a:spcPct val="100000"/>
              </a:lnSpc>
              <a:spcBef>
                <a:spcPts val="0"/>
              </a:spcBef>
              <a:spcAft>
                <a:spcPts val="0"/>
              </a:spcAft>
              <a:buClr>
                <a:schemeClr val="dk2"/>
              </a:buClr>
              <a:buSzPct val="100000"/>
              <a:buFont typeface="IBM Plex Mono"/>
              <a:buNone/>
            </a:pPr>
            <a:r>
              <a:rPr b="1" i="0" lang="en-US" sz="3000" u="none" cap="none" strike="noStrike">
                <a:solidFill>
                  <a:schemeClr val="dk2"/>
                </a:solidFill>
                <a:latin typeface="IBM Plex Mono"/>
                <a:ea typeface="IBM Plex Mono"/>
                <a:cs typeface="IBM Plex Mono"/>
                <a:sym typeface="IBM Plex Mono"/>
              </a:rPr>
              <a:t>Live Demo time!</a:t>
            </a:r>
            <a:endParaRPr b="0" i="0" sz="3000" u="none" cap="none" strike="noStrike">
              <a:solidFill>
                <a:schemeClr val="dk1"/>
              </a:solidFill>
              <a:latin typeface="Arial"/>
              <a:ea typeface="Arial"/>
              <a:cs typeface="Arial"/>
              <a:sym typeface="Arial"/>
            </a:endParaRPr>
          </a:p>
        </p:txBody>
      </p:sp>
      <p:grpSp>
        <p:nvGrpSpPr>
          <p:cNvPr id="230" name="Google Shape;230;p12"/>
          <p:cNvGrpSpPr/>
          <p:nvPr/>
        </p:nvGrpSpPr>
        <p:grpSpPr>
          <a:xfrm>
            <a:off x="-123840" y="4132440"/>
            <a:ext cx="4558560" cy="1140477"/>
            <a:chOff x="-123840" y="4132440"/>
            <a:chExt cx="4558560" cy="1140477"/>
          </a:xfrm>
        </p:grpSpPr>
        <p:grpSp>
          <p:nvGrpSpPr>
            <p:cNvPr id="231" name="Google Shape;231;p12"/>
            <p:cNvGrpSpPr/>
            <p:nvPr/>
          </p:nvGrpSpPr>
          <p:grpSpPr>
            <a:xfrm>
              <a:off x="310" y="4132440"/>
              <a:ext cx="2308010" cy="1140477"/>
              <a:chOff x="310" y="4132440"/>
              <a:chExt cx="2308010" cy="1140477"/>
            </a:xfrm>
          </p:grpSpPr>
          <p:sp>
            <p:nvSpPr>
              <p:cNvPr id="232" name="Google Shape;232;p12"/>
              <p:cNvSpPr/>
              <p:nvPr/>
            </p:nvSpPr>
            <p:spPr>
              <a:xfrm rot="5400000">
                <a:off x="663456" y="3628413"/>
                <a:ext cx="981357" cy="2307650"/>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7058"/>
                    </a:srgbClr>
                  </a:gs>
                  <a:gs pos="100000">
                    <a:srgbClr val="FFFFFF">
                      <a:alpha val="0"/>
                    </a:srgbClr>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33" name="Google Shape;233;p12"/>
              <p:cNvSpPr/>
              <p:nvPr/>
            </p:nvSpPr>
            <p:spPr>
              <a:xfrm rot="5400000">
                <a:off x="663816" y="3469293"/>
                <a:ext cx="981357" cy="2307650"/>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EB9109"/>
                  </a:gs>
                  <a:gs pos="78000">
                    <a:srgbClr val="F5F8FF"/>
                  </a:gs>
                  <a:gs pos="100000">
                    <a:srgbClr val="F5F8FF"/>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grpSp>
          <p:nvGrpSpPr>
            <p:cNvPr id="234" name="Google Shape;234;p12"/>
            <p:cNvGrpSpPr/>
            <p:nvPr/>
          </p:nvGrpSpPr>
          <p:grpSpPr>
            <a:xfrm>
              <a:off x="-123840" y="4386240"/>
              <a:ext cx="4558560" cy="133800"/>
              <a:chOff x="-123840" y="4386240"/>
              <a:chExt cx="4558560" cy="133800"/>
            </a:xfrm>
          </p:grpSpPr>
          <p:sp>
            <p:nvSpPr>
              <p:cNvPr id="235" name="Google Shape;235;p12"/>
              <p:cNvSpPr/>
              <p:nvPr/>
            </p:nvSpPr>
            <p:spPr>
              <a:xfrm>
                <a:off x="4300920" y="4386240"/>
                <a:ext cx="133800" cy="133800"/>
              </a:xfrm>
              <a:prstGeom prst="ellipse">
                <a:avLst/>
              </a:prstGeom>
              <a:noFill/>
              <a:ln cap="flat" cmpd="sng" w="9525">
                <a:solidFill>
                  <a:srgbClr val="0C0A9E"/>
                </a:solidFill>
                <a:prstDash val="solid"/>
                <a:round/>
                <a:headEnd len="sm" w="sm" type="none"/>
                <a:tailEnd len="sm" w="sm" type="none"/>
              </a:ln>
            </p:spPr>
            <p:txBody>
              <a:bodyPr anchorCtr="0" anchor="ctr" bIns="47500" lIns="91425" spcFirstLastPara="1" rIns="91425" wrap="square" tIns="47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cxnSp>
            <p:nvCxnSpPr>
              <p:cNvPr id="236" name="Google Shape;236;p12"/>
              <p:cNvCxnSpPr/>
              <p:nvPr/>
            </p:nvCxnSpPr>
            <p:spPr>
              <a:xfrm>
                <a:off x="-123840" y="4453200"/>
                <a:ext cx="4462800" cy="300"/>
              </a:xfrm>
              <a:prstGeom prst="straightConnector1">
                <a:avLst/>
              </a:prstGeom>
              <a:noFill/>
              <a:ln cap="flat" cmpd="sng" w="9525">
                <a:solidFill>
                  <a:srgbClr val="0C0A9E"/>
                </a:solidFill>
                <a:prstDash val="solid"/>
                <a:round/>
                <a:headEnd len="sm" w="sm" type="none"/>
                <a:tailEnd len="sm" w="sm" type="none"/>
              </a:ln>
            </p:spPr>
          </p:cxnSp>
          <p:sp>
            <p:nvSpPr>
              <p:cNvPr id="237" name="Google Shape;237;p12"/>
              <p:cNvSpPr/>
              <p:nvPr/>
            </p:nvSpPr>
            <p:spPr>
              <a:xfrm>
                <a:off x="4331160" y="4416480"/>
                <a:ext cx="73500" cy="73500"/>
              </a:xfrm>
              <a:prstGeom prst="ellipse">
                <a:avLst/>
              </a:prstGeom>
              <a:solidFill>
                <a:schemeClr val="dk2"/>
              </a:solidFill>
              <a:ln>
                <a:noFill/>
              </a:ln>
            </p:spPr>
            <p:txBody>
              <a:bodyPr anchorCtr="0" anchor="ctr" bIns="25900" lIns="91425" spcFirstLastPara="1" rIns="91425" wrap="square" tIns="259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13"/>
          <p:cNvSpPr/>
          <p:nvPr/>
        </p:nvSpPr>
        <p:spPr>
          <a:xfrm>
            <a:off x="2962080" y="2216605"/>
            <a:ext cx="3619200" cy="952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lang="en-US" sz="3000" u="none" strike="noStrike">
                <a:solidFill>
                  <a:schemeClr val="dk2"/>
                </a:solidFill>
                <a:latin typeface="IBM Plex Mono"/>
                <a:ea typeface="IBM Plex Mono"/>
                <a:cs typeface="IBM Plex Mono"/>
                <a:sym typeface="IBM Plex Mono"/>
              </a:rPr>
              <a:t>Any Questions?</a:t>
            </a:r>
            <a:endParaRPr b="0" sz="3000" u="none" strike="noStrike">
              <a:solidFill>
                <a:srgbClr val="000000"/>
              </a:solidFill>
              <a:latin typeface="Noto Sans Symbols"/>
              <a:ea typeface="Noto Sans Symbols"/>
              <a:cs typeface="Noto Sans Symbols"/>
              <a:sym typeface="Noto Sans Symbols"/>
            </a:endParaRPr>
          </a:p>
        </p:txBody>
      </p:sp>
      <p:sp>
        <p:nvSpPr>
          <p:cNvPr id="243" name="Google Shape;243;p13"/>
          <p:cNvSpPr/>
          <p:nvPr/>
        </p:nvSpPr>
        <p:spPr>
          <a:xfrm>
            <a:off x="476280" y="1905120"/>
            <a:ext cx="3619080" cy="276192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None/>
            </a:pPr>
            <a:r>
              <a:t/>
            </a:r>
            <a:endParaRPr b="0" sz="1400" u="none" strike="noStrike">
              <a:solidFill>
                <a:srgbClr val="000000"/>
              </a:solidFill>
              <a:latin typeface="Noto Sans Symbols"/>
              <a:ea typeface="Noto Sans Symbols"/>
              <a:cs typeface="Noto Sans Symbols"/>
              <a:sym typeface="Noto Sans Symbol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14"/>
          <p:cNvSpPr txBox="1"/>
          <p:nvPr>
            <p:ph type="title"/>
          </p:nvPr>
        </p:nvSpPr>
        <p:spPr>
          <a:xfrm>
            <a:off x="1732200" y="2202300"/>
            <a:ext cx="5679600" cy="738900"/>
          </a:xfrm>
          <a:prstGeom prst="rect">
            <a:avLst/>
          </a:prstGeom>
        </p:spPr>
        <p:txBody>
          <a:bodyPr anchorCtr="0" anchor="ctr" bIns="0" lIns="0" spcFirstLastPara="1" rIns="0" wrap="square" tIns="0">
            <a:spAutoFit/>
          </a:bodyPr>
          <a:lstStyle/>
          <a:p>
            <a:pPr indent="0" lvl="0" marL="0" rtl="0" algn="ctr">
              <a:spcBef>
                <a:spcPts val="0"/>
              </a:spcBef>
              <a:spcAft>
                <a:spcPts val="0"/>
              </a:spcAft>
              <a:buClr>
                <a:schemeClr val="dk2"/>
              </a:buClr>
              <a:buSzPts val="3000"/>
              <a:buFont typeface="IBM Plex Mono"/>
              <a:buNone/>
            </a:pPr>
            <a:r>
              <a:rPr b="1" lang="en-US" sz="3000">
                <a:solidFill>
                  <a:schemeClr val="dk2"/>
                </a:solidFill>
                <a:latin typeface="IBM Plex Mono"/>
                <a:ea typeface="IBM Plex Mono"/>
                <a:cs typeface="IBM Plex Mono"/>
                <a:sym typeface="IBM Plex Mono"/>
              </a:rPr>
              <a:t>Thank you for listening!</a:t>
            </a:r>
            <a:endParaRPr sz="3000">
              <a:solidFill>
                <a:schemeClr val="dk1"/>
              </a:solidFill>
            </a:endParaRPr>
          </a:p>
          <a:p>
            <a:pPr indent="0" lvl="0" marL="0" rtl="0" algn="l">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Introduction to Coding Workshop by Slidesgo">
  <a:themeElements>
    <a:clrScheme name="Simple Light">
      <a:dk1>
        <a:srgbClr val="1D1D1D"/>
      </a:dk1>
      <a:lt1>
        <a:srgbClr val="F5F8FF"/>
      </a:lt1>
      <a:dk2>
        <a:srgbClr val="0C0A9E"/>
      </a:dk2>
      <a:lt2>
        <a:srgbClr val="EB9109"/>
      </a:lt2>
      <a:accent1>
        <a:srgbClr val="8208D5"/>
      </a:accent1>
      <a:accent2>
        <a:srgbClr val="BFBEF7"/>
      </a:accent2>
      <a:accent3>
        <a:srgbClr val="FFFFFF"/>
      </a:accent3>
      <a:accent4>
        <a:srgbClr val="FFFFFF"/>
      </a:accent4>
      <a:accent5>
        <a:srgbClr val="FFFFFF"/>
      </a:accent5>
      <a:accent6>
        <a:srgbClr val="FFFFFF"/>
      </a:accent6>
      <a:hlink>
        <a:srgbClr val="1D1D1D"/>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Introduction to Coding Workshop by Slidesgo">
  <a:themeElements>
    <a:clrScheme name="Simple Light">
      <a:dk1>
        <a:srgbClr val="1D1D1D"/>
      </a:dk1>
      <a:lt1>
        <a:srgbClr val="F5F8FF"/>
      </a:lt1>
      <a:dk2>
        <a:srgbClr val="0C0A9E"/>
      </a:dk2>
      <a:lt2>
        <a:srgbClr val="EB9109"/>
      </a:lt2>
      <a:accent1>
        <a:srgbClr val="8208D5"/>
      </a:accent1>
      <a:accent2>
        <a:srgbClr val="BFBEF7"/>
      </a:accent2>
      <a:accent3>
        <a:srgbClr val="FFFFFF"/>
      </a:accent3>
      <a:accent4>
        <a:srgbClr val="FFFFFF"/>
      </a:accent4>
      <a:accent5>
        <a:srgbClr val="FFFFFF"/>
      </a:accent5>
      <a:accent6>
        <a:srgbClr val="FFFFFF"/>
      </a:accent6>
      <a:hlink>
        <a:srgbClr val="1D1D1D"/>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Introduction to Coding Workshop by Slidesgo">
  <a:themeElements>
    <a:clrScheme name="Simple Light">
      <a:dk1>
        <a:srgbClr val="1D1D1D"/>
      </a:dk1>
      <a:lt1>
        <a:srgbClr val="F5F8FF"/>
      </a:lt1>
      <a:dk2>
        <a:srgbClr val="0C0A9E"/>
      </a:dk2>
      <a:lt2>
        <a:srgbClr val="EB9109"/>
      </a:lt2>
      <a:accent1>
        <a:srgbClr val="8208D5"/>
      </a:accent1>
      <a:accent2>
        <a:srgbClr val="BFBEF7"/>
      </a:accent2>
      <a:accent3>
        <a:srgbClr val="FFFFFF"/>
      </a:accent3>
      <a:accent4>
        <a:srgbClr val="FFFFFF"/>
      </a:accent4>
      <a:accent5>
        <a:srgbClr val="FFFFFF"/>
      </a:accent5>
      <a:accent6>
        <a:srgbClr val="FFFFFF"/>
      </a:accent6>
      <a:hlink>
        <a:srgbClr val="1D1D1D"/>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